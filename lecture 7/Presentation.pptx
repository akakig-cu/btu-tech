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272" r:id="rId18"/>
    <p:sldId id="275" r:id="rId19"/>
    <p:sldId id="273" r:id="rId20"/>
    <p:sldId id="274" r:id="rId21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A4B36-99C9-556D-A24C-60CA526E8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16959-745A-74FF-0D4C-128659C5A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815C9-DB6D-F9AC-7335-ED45EDFB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4C286-B171-2D24-8BBC-FBC9BC1C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0E8EC-8C3F-CFC9-1963-C5130B3CC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03348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896C-947B-1284-BD23-1519EB8B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BA4F2-E84F-65FF-9121-C260A062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25DD8-3219-9D50-842A-C47E7544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CDB30-638A-0E66-0182-9711E44B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2FEE-EC63-3808-1DB6-DDADFED4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12903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484E-AA90-B2C7-552B-07B92343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57110-962A-D33F-0C00-FC5B1B645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3D963-AE7D-3EED-FE94-627048C3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24A8F-7D89-D39F-A87D-2F8A582E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54AA7-755C-87A8-0A49-62E6C768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01151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8285-0870-A6F4-219F-F347EBBC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C6CED-DC06-756F-E474-0ED8D26B7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0CC5F-5451-06F2-4C7D-F9D9520E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DB76-FD1D-021E-DE87-E8199436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B301A-5D57-91FF-884B-1C822946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FE469-64E1-9ADF-EAEE-2792D258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34924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3220-9C34-30BD-AD25-7B751D6A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2C747-16D7-656D-776A-58CE08F5E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D60E4-6164-0775-7BBE-C5CADFAD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50E04-42AE-B7E0-651E-29EF97C49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FC556-5AB8-93F6-9E24-16FD3CB50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0A2CB-7B06-5218-9564-03264A33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0F5D6-BA20-4B5F-8D52-D829BB2D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69AC3-484C-D7A1-AB84-F68FB0A4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44141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3994-F6DB-C07D-A75B-FDFB28C5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B53E3-3207-FAE7-63FD-31E84A0B8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D84EA2-5AB9-94C2-9A53-2D56FC6D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65AD7-3E17-05F8-1976-E0552628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62312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A8768-0B02-5789-2CAB-AAF754A4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D173A-C51B-4E50-14C5-2F87717B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D2881-8D16-7D2A-C542-FF9D7094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17094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1579-2F80-9DFF-3504-A197CC20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DD5C3-EEAE-7CFF-C5FB-0DB65F039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D5BB3-6FE8-8D52-97E9-5D205C280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1AC75-CB93-A4AB-6944-6E260CEC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9C004-0B5C-C8B0-0F90-AECFFDC2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210A3-9310-EEA0-1F6C-0837202C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99146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AE162-E4EB-558E-07E1-7BB18604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E38E4-2BAB-03E8-E753-A7DDE425E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0F72B-F09A-763A-9FD2-EE51943DF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BBA7B-C171-9014-EEDC-F19B8744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BD537-4191-CF47-7E0F-A08D8B5A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D5A90-A65B-FCAE-5AE4-D4BF9E01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877622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B6E75-AA3A-7E86-A720-90470779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22F94-3692-620B-5579-572ADACF3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BC75F-FDB7-CA06-10FD-7EA59B22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58A88-E2BC-55F8-0FBB-7E24654E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297B3-C47E-26F4-7B07-1BAFD68F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40252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A40EB-0C35-83C2-9C4D-92F0225EA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35F89-6631-88F0-ABBB-BCF1B2289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E4364-0F83-03CB-2D09-02ACC996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53AA3-450C-F3A0-E4E3-336ECDA3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D767-6CA6-6AA7-BC9F-74F24A7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0551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A1E6F-0C22-DEE3-C79F-B7A9157B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C58DE-099C-E156-25A5-2D91CD88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53215-518A-8C5F-2D9D-E6852D36B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AD024-7D7A-1249-A8C7-45DBF43D08E4}" type="datetimeFigureOut">
              <a:rPr lang="en-GE" smtClean="0"/>
              <a:t>15.08.25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C6D99-E4D2-CBBB-0831-CA0C7C7DA4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AFD11-9BC7-ED6B-E1AA-1D96B6EF0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F440B-E1B5-0043-914B-C601EE2DFC64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58258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1004C-D646-9F2C-B9C7-AF7BC9392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GE"/>
              <a:t>SASS - </a:t>
            </a:r>
            <a:r>
              <a:rPr lang="en-GB"/>
              <a:t>Syntactically Awesome Stylesheet</a:t>
            </a:r>
            <a:endParaRPr lang="en-G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E7868-36A6-1375-7345-B6E7618EA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en-GB"/>
              <a:t>Sass is like an upgraded version of CSS that lets you use shortcuts, variables, and reusable code to make styling websites easier and faster.</a:t>
            </a:r>
          </a:p>
        </p:txBody>
      </p:sp>
    </p:spTree>
    <p:extLst>
      <p:ext uri="{BB962C8B-B14F-4D97-AF65-F5344CB8AC3E}">
        <p14:creationId xmlns:p14="http://schemas.microsoft.com/office/powerpoint/2010/main" val="2979152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0E669-A0BC-5F51-421C-2EC7ADE3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How to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F6C56-DCDD-04C7-E4F0-39C4D18AA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2000"/>
              <a:t>npm install -g sass</a:t>
            </a:r>
          </a:p>
          <a:p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837879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D8F494-9836-1BA2-0475-E43E63F3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How to compile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19557-7AA2-6BE7-C3D5-BE131135A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2000"/>
              <a:t>S</a:t>
            </a:r>
            <a:r>
              <a:rPr lang="en-GE" sz="2000"/>
              <a:t>ass &lt;INPUT_FILE&gt; &lt;OUTPUT_FILE&gt;</a:t>
            </a:r>
          </a:p>
          <a:p>
            <a:r>
              <a:rPr lang="en-GB" sz="2000"/>
              <a:t>S</a:t>
            </a:r>
            <a:r>
              <a:rPr lang="en-GE" sz="2000"/>
              <a:t>ass &lt;INPUT_FILE&gt; &lt;OUTPUT_FILE&gt; --watch (watching mode)</a:t>
            </a:r>
          </a:p>
          <a:p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27652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5F9D3-406A-4EA7-B2B6-A204EA0C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Map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788EE-53DD-C82B-96FA-42E3848E6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A .map file links compiled CSS back to its original SCSS source so browser DevTools can show you the exact SCSS file and line where each style came from.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419941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AF43B-B832-8FF1-CC5D-781571F9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Why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873BC-8E67-0BA4-3692-C5A459FF8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E" sz="2000"/>
              <a:t>Faster development</a:t>
            </a:r>
          </a:p>
          <a:p>
            <a:r>
              <a:rPr lang="en-GE" sz="2000"/>
              <a:t>Reduced code size</a:t>
            </a:r>
          </a:p>
          <a:p>
            <a:r>
              <a:rPr lang="en-GE" sz="2000"/>
              <a:t>Clean code</a:t>
            </a:r>
          </a:p>
        </p:txBody>
      </p:sp>
    </p:spTree>
    <p:extLst>
      <p:ext uri="{BB962C8B-B14F-4D97-AF65-F5344CB8AC3E}">
        <p14:creationId xmlns:p14="http://schemas.microsoft.com/office/powerpoint/2010/main" val="258276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9401F-7CED-09E0-982D-BAE8C022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Type of sass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A726F-58D7-14A2-1616-BE2466866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2000"/>
              <a:t>Sass (indented syntax)</a:t>
            </a:r>
          </a:p>
          <a:p>
            <a:r>
              <a:rPr lang="en-GB" sz="2000"/>
              <a:t>SCSS (Sassy CSS)</a:t>
            </a:r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72247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AA99B-44C3-5EB0-2C21-E8FB1095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7B1D2-8B6B-9405-0395-EEB030ACD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1400"/>
              <a:t>// Define variables</a:t>
            </a:r>
          </a:p>
          <a:p>
            <a:r>
              <a:rPr lang="en-GB" sz="1400"/>
              <a:t>$primary-color: #3498db;</a:t>
            </a:r>
          </a:p>
          <a:p>
            <a:r>
              <a:rPr lang="en-GB" sz="1400"/>
              <a:t>$font-stack: 'Helvetica Neue', sans-serif;</a:t>
            </a:r>
          </a:p>
          <a:p>
            <a:endParaRPr lang="en-GB" sz="1400"/>
          </a:p>
          <a:p>
            <a:r>
              <a:rPr lang="en-GB" sz="1400"/>
              <a:t>// Use variables</a:t>
            </a:r>
          </a:p>
          <a:p>
            <a:r>
              <a:rPr lang="en-GB" sz="1400"/>
              <a:t>body {</a:t>
            </a:r>
          </a:p>
          <a:p>
            <a:r>
              <a:rPr lang="en-GB" sz="1400"/>
              <a:t>  font-family: $font-stack;</a:t>
            </a:r>
          </a:p>
          <a:p>
            <a:r>
              <a:rPr lang="en-GB" sz="1400"/>
              <a:t>  background-color: $primary-color;</a:t>
            </a:r>
          </a:p>
          <a:p>
            <a:r>
              <a:rPr lang="en-GB" sz="1400"/>
              <a:t>}</a:t>
            </a:r>
          </a:p>
          <a:p>
            <a:endParaRPr lang="en-GB" sz="1400"/>
          </a:p>
          <a:p>
            <a:r>
              <a:rPr lang="en-GB" sz="1400"/>
              <a:t>button {</a:t>
            </a:r>
          </a:p>
          <a:p>
            <a:r>
              <a:rPr lang="en-GB" sz="1400"/>
              <a:t>  background-color: $primary-color;</a:t>
            </a:r>
          </a:p>
          <a:p>
            <a:r>
              <a:rPr lang="en-GB" sz="1400"/>
              <a:t>  color: white;</a:t>
            </a:r>
          </a:p>
          <a:p>
            <a:r>
              <a:rPr lang="en-GB" sz="1400"/>
              <a:t>}</a:t>
            </a:r>
          </a:p>
          <a:p>
            <a:endParaRPr lang="en-GE" sz="1400"/>
          </a:p>
        </p:txBody>
      </p:sp>
    </p:spTree>
    <p:extLst>
      <p:ext uri="{BB962C8B-B14F-4D97-AF65-F5344CB8AC3E}">
        <p14:creationId xmlns:p14="http://schemas.microsoft.com/office/powerpoint/2010/main" val="373646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89FD5-327F-9842-C5C8-7AFD1363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Local vs Global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4C50D-EA9D-0B49-3D23-6AD4CE890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1900"/>
              <a:t>$primary-color: #3498db; // Global variable</a:t>
            </a:r>
          </a:p>
          <a:p>
            <a:endParaRPr lang="en-GB" sz="1900"/>
          </a:p>
          <a:p>
            <a:r>
              <a:rPr lang="en-GB" sz="1900"/>
              <a:t>.card {</a:t>
            </a:r>
          </a:p>
          <a:p>
            <a:r>
              <a:rPr lang="en-GB" sz="1900"/>
              <a:t>  $primary-color: #e74c3c; // Local variable (only inside .card)</a:t>
            </a:r>
          </a:p>
          <a:p>
            <a:r>
              <a:rPr lang="en-GB" sz="1900"/>
              <a:t>  background-color: $primary-color; // Uses local value: #e74c3c</a:t>
            </a:r>
          </a:p>
          <a:p>
            <a:r>
              <a:rPr lang="en-GB" sz="1900"/>
              <a:t>}</a:t>
            </a:r>
          </a:p>
          <a:p>
            <a:endParaRPr lang="en-GB" sz="1900"/>
          </a:p>
          <a:p>
            <a:r>
              <a:rPr lang="en-GB" sz="1900"/>
              <a:t>.footer {</a:t>
            </a:r>
          </a:p>
          <a:p>
            <a:r>
              <a:rPr lang="en-GB" sz="1900"/>
              <a:t>  background-color: $primary-color; // Uses global value: #3498db</a:t>
            </a:r>
          </a:p>
          <a:p>
            <a:r>
              <a:rPr lang="en-GB" sz="1900"/>
              <a:t>}</a:t>
            </a:r>
          </a:p>
          <a:p>
            <a:endParaRPr lang="en-GE" sz="1900"/>
          </a:p>
        </p:txBody>
      </p:sp>
    </p:spTree>
    <p:extLst>
      <p:ext uri="{BB962C8B-B14F-4D97-AF65-F5344CB8AC3E}">
        <p14:creationId xmlns:p14="http://schemas.microsoft.com/office/powerpoint/2010/main" val="415066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AB41B-BE0B-768F-590E-4098EDCB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Basic nesting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9D78-1301-A42E-92C6-8A0106E1F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100"/>
              <a:t>nav {</a:t>
            </a:r>
          </a:p>
          <a:p>
            <a:pPr marL="0" indent="0">
              <a:buNone/>
            </a:pPr>
            <a:r>
              <a:rPr lang="en-GB" sz="1100"/>
              <a:t>  background: #333;</a:t>
            </a:r>
          </a:p>
          <a:p>
            <a:pPr marL="0" indent="0">
              <a:buNone/>
            </a:pPr>
            <a:r>
              <a:rPr lang="en-GB" sz="1100"/>
              <a:t>  ul {</a:t>
            </a:r>
          </a:p>
          <a:p>
            <a:pPr marL="0" indent="0">
              <a:buNone/>
            </a:pPr>
            <a:r>
              <a:rPr lang="en-GB" sz="1100"/>
              <a:t>    list-style: none;</a:t>
            </a:r>
          </a:p>
          <a:p>
            <a:pPr marL="0" indent="0">
              <a:buNone/>
            </a:pPr>
            <a:r>
              <a:rPr lang="en-GB" sz="1100"/>
              <a:t>    margin: 0;</a:t>
            </a:r>
          </a:p>
          <a:p>
            <a:pPr marL="0" indent="0">
              <a:buNone/>
            </a:pPr>
            <a:r>
              <a:rPr lang="en-GB" sz="1100"/>
              <a:t>    padding: 0;</a:t>
            </a:r>
          </a:p>
          <a:p>
            <a:pPr marL="0" indent="0">
              <a:buNone/>
            </a:pPr>
            <a:r>
              <a:rPr lang="en-GB" sz="1100"/>
              <a:t>  }</a:t>
            </a:r>
          </a:p>
          <a:p>
            <a:pPr marL="0" indent="0">
              <a:buNone/>
            </a:pPr>
            <a:r>
              <a:rPr lang="en-GB" sz="1100"/>
              <a:t>  a {</a:t>
            </a:r>
          </a:p>
          <a:p>
            <a:pPr marL="0" indent="0">
              <a:buNone/>
            </a:pPr>
            <a:r>
              <a:rPr lang="en-GB" sz="1100"/>
              <a:t>    color: white;</a:t>
            </a:r>
          </a:p>
          <a:p>
            <a:pPr marL="0" indent="0">
              <a:buNone/>
            </a:pPr>
            <a:r>
              <a:rPr lang="en-GB" sz="1100"/>
              <a:t>    text-decoration: none;</a:t>
            </a:r>
          </a:p>
          <a:p>
            <a:pPr marL="0" indent="0">
              <a:buNone/>
            </a:pPr>
            <a:endParaRPr lang="en-GB" sz="1100"/>
          </a:p>
          <a:p>
            <a:pPr marL="0" indent="0">
              <a:buNone/>
            </a:pPr>
            <a:r>
              <a:rPr lang="en-GB" sz="1100"/>
              <a:t>    &amp;:hover {</a:t>
            </a:r>
          </a:p>
          <a:p>
            <a:pPr marL="0" indent="0">
              <a:buNone/>
            </a:pPr>
            <a:r>
              <a:rPr lang="en-GB" sz="1100"/>
              <a:t>      color: yellow; // &amp; refers to the parent selector (a)</a:t>
            </a:r>
          </a:p>
          <a:p>
            <a:pPr marL="0" indent="0">
              <a:buNone/>
            </a:pPr>
            <a:r>
              <a:rPr lang="en-GB" sz="1100"/>
              <a:t>    }</a:t>
            </a:r>
          </a:p>
          <a:p>
            <a:pPr marL="0" indent="0">
              <a:buNone/>
            </a:pPr>
            <a:r>
              <a:rPr lang="en-GB" sz="1100"/>
              <a:t>  }</a:t>
            </a:r>
          </a:p>
          <a:p>
            <a:pPr marL="0" indent="0">
              <a:buNone/>
            </a:pPr>
            <a:r>
              <a:rPr lang="en-GB" sz="1100"/>
              <a:t>}</a:t>
            </a:r>
          </a:p>
          <a:p>
            <a:pPr marL="0" indent="0">
              <a:buNone/>
            </a:pPr>
            <a:endParaRPr lang="en-GE" sz="1100"/>
          </a:p>
        </p:txBody>
      </p:sp>
    </p:spTree>
    <p:extLst>
      <p:ext uri="{BB962C8B-B14F-4D97-AF65-F5344CB8AC3E}">
        <p14:creationId xmlns:p14="http://schemas.microsoft.com/office/powerpoint/2010/main" val="3548990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15D18-6E3D-D4C5-C55A-7D2AB69C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Partials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7CC4A-3932-2DDF-23EE-FCB40AE49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_filename.scss</a:t>
            </a:r>
          </a:p>
        </p:txBody>
      </p:sp>
    </p:spTree>
    <p:extLst>
      <p:ext uri="{BB962C8B-B14F-4D97-AF65-F5344CB8AC3E}">
        <p14:creationId xmlns:p14="http://schemas.microsoft.com/office/powerpoint/2010/main" val="91499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DC031-9CAF-5802-2A74-D72E578D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Mixins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9D51E-05C6-9C83-FE9C-023428948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E" sz="2000"/>
              <a:t>@mixin &lt;MIXIN_NAME&gt;(…params) {</a:t>
            </a:r>
          </a:p>
          <a:p>
            <a:pPr marL="0" indent="0">
              <a:buNone/>
            </a:pPr>
            <a:r>
              <a:rPr lang="en-GE" sz="2000"/>
              <a:t>	style goes here</a:t>
            </a:r>
          </a:p>
          <a:p>
            <a:pPr marL="0" indent="0">
              <a:buNone/>
            </a:pPr>
            <a:r>
              <a:rPr lang="en-GE" sz="2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384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C7536-CB7F-3D17-C645-BDA10E3C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FD61A-B5A7-1197-33D6-701C2875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688" y="1553518"/>
            <a:ext cx="9910295" cy="12817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@extend &lt;CLASS_NAME&gt;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4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A138D-AD2F-793F-2A87-549F3178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Responsive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85B5-497C-DC8A-9255-8941581BE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Responsive design means making a website’s layout and elements adapt smoothly to different screen sizes and devices for optimal usability and appearance.</a:t>
            </a:r>
          </a:p>
          <a:p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2291971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48CC0-9811-7258-E002-2DF79DAA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First steps to make website responsive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E36EA-FF01-C385-AF16-EA39C12E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E" sz="2000"/>
              <a:t>Use relative units instead of fixed pixels (</a:t>
            </a:r>
            <a:r>
              <a:rPr lang="en-GB" sz="2000"/>
              <a:t>I</a:t>
            </a:r>
            <a:r>
              <a:rPr lang="en-GE" sz="2000"/>
              <a:t>.e %, vh, vw)</a:t>
            </a:r>
          </a:p>
          <a:p>
            <a:r>
              <a:rPr lang="en-GB" sz="2000"/>
              <a:t>U</a:t>
            </a:r>
            <a:r>
              <a:rPr lang="en-GE" sz="2000"/>
              <a:t>se flex wrap</a:t>
            </a:r>
          </a:p>
          <a:p>
            <a:r>
              <a:rPr lang="en-GE" sz="2000"/>
              <a:t>Decide between mobile first vs desktop first approach</a:t>
            </a:r>
          </a:p>
        </p:txBody>
      </p:sp>
    </p:spTree>
    <p:extLst>
      <p:ext uri="{BB962C8B-B14F-4D97-AF65-F5344CB8AC3E}">
        <p14:creationId xmlns:p14="http://schemas.microsoft.com/office/powerpoint/2010/main" val="3533301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B0378-1813-3741-C140-95E6AF295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Mobile first vs Desktop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91C2E-CB8B-E4BB-B1CB-A53F3977B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2000"/>
              <a:t>Start small (min-width) and scale up (mobile-first)</a:t>
            </a:r>
          </a:p>
          <a:p>
            <a:r>
              <a:rPr lang="en-GB" sz="2000"/>
              <a:t>Or start big (max-width) and scale down (desktop-first)</a:t>
            </a:r>
          </a:p>
        </p:txBody>
      </p:sp>
    </p:spTree>
    <p:extLst>
      <p:ext uri="{BB962C8B-B14F-4D97-AF65-F5344CB8AC3E}">
        <p14:creationId xmlns:p14="http://schemas.microsoft.com/office/powerpoint/2010/main" val="2215283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1B97B-D2E2-BBC0-8DF8-B6AB7C9A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E9D22-090B-5A2B-DEE7-37AEB1537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2000"/>
              <a:t>T</a:t>
            </a:r>
            <a:r>
              <a:rPr lang="en-GE" sz="2000"/>
              <a:t>ransition</a:t>
            </a:r>
          </a:p>
          <a:p>
            <a:r>
              <a:rPr lang="en-GE" sz="2000"/>
              <a:t>@keyframes</a:t>
            </a:r>
          </a:p>
        </p:txBody>
      </p:sp>
    </p:spTree>
    <p:extLst>
      <p:ext uri="{BB962C8B-B14F-4D97-AF65-F5344CB8AC3E}">
        <p14:creationId xmlns:p14="http://schemas.microsoft.com/office/powerpoint/2010/main" val="3112970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12860-9AA4-D5BC-BC31-ED7D2161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keyframes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D729F-A234-DDD6-6246-96F4C90E3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1400"/>
              <a:t>@keyframes slideIn {</a:t>
            </a:r>
          </a:p>
          <a:p>
            <a:r>
              <a:rPr lang="en-GB" sz="1400"/>
              <a:t>  0% {</a:t>
            </a:r>
          </a:p>
          <a:p>
            <a:r>
              <a:rPr lang="en-GB" sz="1400"/>
              <a:t>    transform: translateX(-100%);</a:t>
            </a:r>
          </a:p>
          <a:p>
            <a:r>
              <a:rPr lang="en-GB" sz="1400"/>
              <a:t>    opacity: 0;</a:t>
            </a:r>
          </a:p>
          <a:p>
            <a:r>
              <a:rPr lang="en-GB" sz="1400"/>
              <a:t>  }</a:t>
            </a:r>
          </a:p>
          <a:p>
            <a:r>
              <a:rPr lang="en-GB" sz="1400"/>
              <a:t>  100% {</a:t>
            </a:r>
          </a:p>
          <a:p>
            <a:r>
              <a:rPr lang="en-GB" sz="1400"/>
              <a:t>    transform: translateX(0);</a:t>
            </a:r>
          </a:p>
          <a:p>
            <a:r>
              <a:rPr lang="en-GB" sz="1400"/>
              <a:t>    opacity: 1;</a:t>
            </a:r>
          </a:p>
          <a:p>
            <a:r>
              <a:rPr lang="en-GB" sz="1400"/>
              <a:t>  }</a:t>
            </a:r>
          </a:p>
          <a:p>
            <a:r>
              <a:rPr lang="en-GB" sz="1400"/>
              <a:t>}</a:t>
            </a:r>
          </a:p>
          <a:p>
            <a:endParaRPr lang="en-GB" sz="1400"/>
          </a:p>
          <a:p>
            <a:r>
              <a:rPr lang="en-GB" sz="1400"/>
              <a:t>.box {</a:t>
            </a:r>
          </a:p>
          <a:p>
            <a:r>
              <a:rPr lang="en-GB" sz="1400"/>
              <a:t>  animation: slideIn 2s ease-in-out forwards;</a:t>
            </a:r>
          </a:p>
          <a:p>
            <a:r>
              <a:rPr lang="en-GB" sz="1400"/>
              <a:t>}</a:t>
            </a:r>
            <a:endParaRPr lang="en-GE" sz="1400"/>
          </a:p>
        </p:txBody>
      </p:sp>
    </p:spTree>
    <p:extLst>
      <p:ext uri="{BB962C8B-B14F-4D97-AF65-F5344CB8AC3E}">
        <p14:creationId xmlns:p14="http://schemas.microsoft.com/office/powerpoint/2010/main" val="1490055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69DFA-EB37-BFAC-3424-6BA5D564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Animation timing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E3F5-43AF-4A75-8106-AD6607885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2000"/>
              <a:t>linear: linear;</a:t>
            </a:r>
          </a:p>
          <a:p>
            <a:r>
              <a:rPr lang="en-GB" sz="2000"/>
              <a:t>ease: ease;</a:t>
            </a:r>
          </a:p>
          <a:p>
            <a:r>
              <a:rPr lang="en-GB" sz="2000"/>
              <a:t>ease-in: ease-in;</a:t>
            </a:r>
          </a:p>
          <a:p>
            <a:r>
              <a:rPr lang="en-GB" sz="2000"/>
              <a:t>ease-out: ease-out;</a:t>
            </a:r>
          </a:p>
          <a:p>
            <a:r>
              <a:rPr lang="en-GB" sz="2000"/>
              <a:t>ease-in-out: ease-in-out;</a:t>
            </a:r>
          </a:p>
          <a:p>
            <a:r>
              <a:rPr lang="en-GB" sz="2000"/>
              <a:t>step-start: step-start;</a:t>
            </a:r>
          </a:p>
          <a:p>
            <a:r>
              <a:rPr lang="en-GB" sz="2000"/>
              <a:t>step-end: step-end;</a:t>
            </a:r>
          </a:p>
          <a:p>
            <a:endParaRPr lang="en-GB" sz="2000"/>
          </a:p>
          <a:p>
            <a:r>
              <a:rPr lang="en-GB" sz="2000"/>
              <a:t>/* Custom cubic-bezier example */</a:t>
            </a:r>
          </a:p>
          <a:p>
            <a:r>
              <a:rPr lang="en-GB" sz="2000"/>
              <a:t>cubic-bezier: cubic-bezier(0.25, 0.1, 0.25, 1);</a:t>
            </a:r>
          </a:p>
          <a:p>
            <a:endParaRPr lang="en-GE" sz="2000"/>
          </a:p>
        </p:txBody>
      </p:sp>
    </p:spTree>
    <p:extLst>
      <p:ext uri="{BB962C8B-B14F-4D97-AF65-F5344CB8AC3E}">
        <p14:creationId xmlns:p14="http://schemas.microsoft.com/office/powerpoint/2010/main" val="3711580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C9ED1-E369-45E7-1F88-35AB2DA9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B" sz="5200"/>
              <a:t>V</a:t>
            </a:r>
            <a:r>
              <a:rPr lang="en-GE" sz="5200"/>
              <a:t>ideo/audio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52B3-9CF8-5C6A-BFF6-B1F387869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B" sz="1700"/>
              <a:t>&lt;!-- Video example --&gt;</a:t>
            </a:r>
          </a:p>
          <a:p>
            <a:r>
              <a:rPr lang="en-GB" sz="1700"/>
              <a:t>&lt;video width="640" height="360" controls&gt;</a:t>
            </a:r>
          </a:p>
          <a:p>
            <a:r>
              <a:rPr lang="en-GB" sz="1700"/>
              <a:t>  &lt;source src="movie.mp4" type="video/mp4"&gt;</a:t>
            </a:r>
          </a:p>
          <a:p>
            <a:r>
              <a:rPr lang="en-GB" sz="1700"/>
              <a:t>  Your browser does not support the video tag.</a:t>
            </a:r>
          </a:p>
          <a:p>
            <a:r>
              <a:rPr lang="en-GB" sz="1700"/>
              <a:t>&lt;/video&gt;</a:t>
            </a:r>
          </a:p>
          <a:p>
            <a:endParaRPr lang="en-GB" sz="1700"/>
          </a:p>
          <a:p>
            <a:r>
              <a:rPr lang="en-GB" sz="1700"/>
              <a:t>&lt;!-- Audio example --&gt;</a:t>
            </a:r>
          </a:p>
          <a:p>
            <a:r>
              <a:rPr lang="en-GB" sz="1700"/>
              <a:t>&lt;audio controls&gt;</a:t>
            </a:r>
          </a:p>
          <a:p>
            <a:r>
              <a:rPr lang="en-GB" sz="1700"/>
              <a:t>  &lt;source src="song.mp3" type="audio/mpeg"&gt;</a:t>
            </a:r>
          </a:p>
          <a:p>
            <a:r>
              <a:rPr lang="en-GB" sz="1700"/>
              <a:t>  Your browser does not support the audio element.</a:t>
            </a:r>
          </a:p>
          <a:p>
            <a:r>
              <a:rPr lang="en-GB" sz="1700"/>
              <a:t>&lt;/audio&gt;</a:t>
            </a:r>
            <a:endParaRPr lang="en-GE" sz="1700"/>
          </a:p>
        </p:txBody>
      </p:sp>
    </p:spTree>
    <p:extLst>
      <p:ext uri="{BB962C8B-B14F-4D97-AF65-F5344CB8AC3E}">
        <p14:creationId xmlns:p14="http://schemas.microsoft.com/office/powerpoint/2010/main" val="1931274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3C038-D19A-23F9-451F-5415D4B0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GE" sz="5200"/>
              <a:t>Bonus -  Bootstrap, tailwind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54A8A-96FA-925F-6255-693789786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GE" sz="2000"/>
              <a:t>The premade css classes to help you in styling</a:t>
            </a:r>
          </a:p>
        </p:txBody>
      </p:sp>
    </p:spTree>
    <p:extLst>
      <p:ext uri="{BB962C8B-B14F-4D97-AF65-F5344CB8AC3E}">
        <p14:creationId xmlns:p14="http://schemas.microsoft.com/office/powerpoint/2010/main" val="279288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632</Words>
  <Application>Microsoft Macintosh PowerPoint</Application>
  <PresentationFormat>Widescreen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SASS - Syntactically Awesome Stylesheet</vt:lpstr>
      <vt:lpstr>How to install</vt:lpstr>
      <vt:lpstr>How to compile files</vt:lpstr>
      <vt:lpstr>Map file</vt:lpstr>
      <vt:lpstr>Why to use</vt:lpstr>
      <vt:lpstr>Type of sass</vt:lpstr>
      <vt:lpstr>Variables</vt:lpstr>
      <vt:lpstr>Local vs Global variables</vt:lpstr>
      <vt:lpstr>Basic nesting</vt:lpstr>
      <vt:lpstr>Partials</vt:lpstr>
      <vt:lpstr>Mixins</vt:lpstr>
      <vt:lpstr>Extends</vt:lpstr>
      <vt:lpstr>Responsive</vt:lpstr>
      <vt:lpstr>First steps to make website responsive</vt:lpstr>
      <vt:lpstr>Mobile first vs Desktop first</vt:lpstr>
      <vt:lpstr>Animations</vt:lpstr>
      <vt:lpstr>keyframes</vt:lpstr>
      <vt:lpstr>Animation timing functions</vt:lpstr>
      <vt:lpstr>Video/audio tags</vt:lpstr>
      <vt:lpstr>Bonus -  Bootstrap, tailwind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4</cp:revision>
  <dcterms:created xsi:type="dcterms:W3CDTF">2025-08-14T10:33:50Z</dcterms:created>
  <dcterms:modified xsi:type="dcterms:W3CDTF">2025-08-15T10:47:37Z</dcterms:modified>
</cp:coreProperties>
</file>