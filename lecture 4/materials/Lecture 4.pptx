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36"/>
  </p:normalViewPr>
  <p:slideViewPr>
    <p:cSldViewPr snapToGrid="0">
      <p:cViewPr varScale="1">
        <p:scale>
          <a:sx n="118" d="100"/>
          <a:sy n="118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DBF885-282B-4293-A2A1-662823FDDAF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3273EB-D6AB-44C0-8260-8765D49DA372}">
      <dgm:prSet/>
      <dgm:spPr/>
      <dgm:t>
        <a:bodyPr/>
        <a:lstStyle/>
        <a:p>
          <a:r>
            <a:rPr lang="en-US"/>
            <a:t>Tag selector - </a:t>
          </a:r>
          <a:r>
            <a:rPr lang="en-GB"/>
            <a:t>B</a:t>
          </a:r>
          <a:r>
            <a:rPr lang="en-US"/>
            <a:t>ody { width: 100% }</a:t>
          </a:r>
        </a:p>
      </dgm:t>
    </dgm:pt>
    <dgm:pt modelId="{1F52D266-3E39-440D-A392-56AE8EA8305D}" type="parTrans" cxnId="{C671733E-EBD4-42E0-BE4F-435B3AC030A0}">
      <dgm:prSet/>
      <dgm:spPr/>
      <dgm:t>
        <a:bodyPr/>
        <a:lstStyle/>
        <a:p>
          <a:endParaRPr lang="en-US"/>
        </a:p>
      </dgm:t>
    </dgm:pt>
    <dgm:pt modelId="{7D20D318-E25B-45A7-B58A-15E613E743D0}" type="sibTrans" cxnId="{C671733E-EBD4-42E0-BE4F-435B3AC030A0}">
      <dgm:prSet/>
      <dgm:spPr/>
      <dgm:t>
        <a:bodyPr/>
        <a:lstStyle/>
        <a:p>
          <a:endParaRPr lang="en-US"/>
        </a:p>
      </dgm:t>
    </dgm:pt>
    <dgm:pt modelId="{E845E431-874F-4447-91F9-1B06B81C362E}">
      <dgm:prSet/>
      <dgm:spPr/>
      <dgm:t>
        <a:bodyPr/>
        <a:lstStyle/>
        <a:p>
          <a:r>
            <a:rPr lang="en-GB"/>
            <a:t>C</a:t>
          </a:r>
          <a:r>
            <a:rPr lang="en-US"/>
            <a:t>lass selector - .item { width: 100% }</a:t>
          </a:r>
        </a:p>
      </dgm:t>
    </dgm:pt>
    <dgm:pt modelId="{BE9E5200-70B7-4EA4-A862-A5E73DFD7F27}" type="parTrans" cxnId="{8A43510D-9E12-4EA3-A634-7B3731AFE537}">
      <dgm:prSet/>
      <dgm:spPr/>
      <dgm:t>
        <a:bodyPr/>
        <a:lstStyle/>
        <a:p>
          <a:endParaRPr lang="en-US"/>
        </a:p>
      </dgm:t>
    </dgm:pt>
    <dgm:pt modelId="{2D165ACB-B6B6-477B-871A-0BEB8EDDBAF4}" type="sibTrans" cxnId="{8A43510D-9E12-4EA3-A634-7B3731AFE537}">
      <dgm:prSet/>
      <dgm:spPr/>
      <dgm:t>
        <a:bodyPr/>
        <a:lstStyle/>
        <a:p>
          <a:endParaRPr lang="en-US"/>
        </a:p>
      </dgm:t>
    </dgm:pt>
    <dgm:pt modelId="{F938B0B5-1B22-42C5-8CA0-40B0CA1A18C7}">
      <dgm:prSet/>
      <dgm:spPr/>
      <dgm:t>
        <a:bodyPr/>
        <a:lstStyle/>
        <a:p>
          <a:r>
            <a:rPr lang="en-GB"/>
            <a:t>I</a:t>
          </a:r>
          <a:r>
            <a:rPr lang="en-US"/>
            <a:t>d selector - #unique-id { width: 100% }</a:t>
          </a:r>
        </a:p>
      </dgm:t>
    </dgm:pt>
    <dgm:pt modelId="{0F93D746-68D3-4FBD-9934-6B15B8FCDF53}" type="parTrans" cxnId="{74D445B1-FEBC-4F77-9642-138AEFB2FEDB}">
      <dgm:prSet/>
      <dgm:spPr/>
      <dgm:t>
        <a:bodyPr/>
        <a:lstStyle/>
        <a:p>
          <a:endParaRPr lang="en-US"/>
        </a:p>
      </dgm:t>
    </dgm:pt>
    <dgm:pt modelId="{7F7BADE6-6F6F-444C-AD9A-6C2064556A44}" type="sibTrans" cxnId="{74D445B1-FEBC-4F77-9642-138AEFB2FEDB}">
      <dgm:prSet/>
      <dgm:spPr/>
      <dgm:t>
        <a:bodyPr/>
        <a:lstStyle/>
        <a:p>
          <a:endParaRPr lang="en-US"/>
        </a:p>
      </dgm:t>
    </dgm:pt>
    <dgm:pt modelId="{704A7782-9CAA-4240-80A2-0EC3487C2444}">
      <dgm:prSet/>
      <dgm:spPr/>
      <dgm:t>
        <a:bodyPr/>
        <a:lstStyle/>
        <a:p>
          <a:r>
            <a:rPr lang="en-US"/>
            <a:t>Context selector / </a:t>
          </a:r>
          <a:r>
            <a:rPr lang="en-GB"/>
            <a:t>Descendant Selector</a:t>
          </a:r>
          <a:r>
            <a:rPr lang="en-US"/>
            <a:t> - .div p { color: red; }</a:t>
          </a:r>
        </a:p>
      </dgm:t>
    </dgm:pt>
    <dgm:pt modelId="{C1D8BE3C-29CD-49A4-8906-754BFE549D75}" type="parTrans" cxnId="{95F356EC-5CD9-4C97-B571-62E4C90D97AF}">
      <dgm:prSet/>
      <dgm:spPr/>
      <dgm:t>
        <a:bodyPr/>
        <a:lstStyle/>
        <a:p>
          <a:endParaRPr lang="en-US"/>
        </a:p>
      </dgm:t>
    </dgm:pt>
    <dgm:pt modelId="{F997F512-185B-4182-8EE4-8E533632F1D5}" type="sibTrans" cxnId="{95F356EC-5CD9-4C97-B571-62E4C90D97AF}">
      <dgm:prSet/>
      <dgm:spPr/>
      <dgm:t>
        <a:bodyPr/>
        <a:lstStyle/>
        <a:p>
          <a:endParaRPr lang="en-US"/>
        </a:p>
      </dgm:t>
    </dgm:pt>
    <dgm:pt modelId="{0EE13316-1BF6-43E6-9D94-9AA83F274941}">
      <dgm:prSet/>
      <dgm:spPr/>
      <dgm:t>
        <a:bodyPr/>
        <a:lstStyle/>
        <a:p>
          <a:r>
            <a:rPr lang="en-US"/>
            <a:t>Child selector - .parent &gt; p { color: red; }</a:t>
          </a:r>
        </a:p>
      </dgm:t>
    </dgm:pt>
    <dgm:pt modelId="{3106C912-CC4B-49B3-AEC1-7803FA5F47C2}" type="parTrans" cxnId="{665733FF-3665-47BA-BF5D-B7483E153517}">
      <dgm:prSet/>
      <dgm:spPr/>
      <dgm:t>
        <a:bodyPr/>
        <a:lstStyle/>
        <a:p>
          <a:endParaRPr lang="en-US"/>
        </a:p>
      </dgm:t>
    </dgm:pt>
    <dgm:pt modelId="{99B91495-A392-4619-A72B-5D917CF719ED}" type="sibTrans" cxnId="{665733FF-3665-47BA-BF5D-B7483E153517}">
      <dgm:prSet/>
      <dgm:spPr/>
      <dgm:t>
        <a:bodyPr/>
        <a:lstStyle/>
        <a:p>
          <a:endParaRPr lang="en-US"/>
        </a:p>
      </dgm:t>
    </dgm:pt>
    <dgm:pt modelId="{132C5048-9C6C-4C18-98E5-B7492DE62E09}">
      <dgm:prSet/>
      <dgm:spPr/>
      <dgm:t>
        <a:bodyPr/>
        <a:lstStyle/>
        <a:p>
          <a:r>
            <a:rPr lang="en-GB"/>
            <a:t>Adjacent Sibling Combinator - .sibling-a + sibling-b { color: red }</a:t>
          </a:r>
          <a:endParaRPr lang="en-US"/>
        </a:p>
      </dgm:t>
    </dgm:pt>
    <dgm:pt modelId="{C19133DA-07F8-416D-AED2-EA734517D658}" type="parTrans" cxnId="{3984E531-C380-48D4-9811-FAC8D9AE5010}">
      <dgm:prSet/>
      <dgm:spPr/>
      <dgm:t>
        <a:bodyPr/>
        <a:lstStyle/>
        <a:p>
          <a:endParaRPr lang="en-US"/>
        </a:p>
      </dgm:t>
    </dgm:pt>
    <dgm:pt modelId="{1A06B58B-3712-4D79-A6C9-531BE8661EA8}" type="sibTrans" cxnId="{3984E531-C380-48D4-9811-FAC8D9AE5010}">
      <dgm:prSet/>
      <dgm:spPr/>
      <dgm:t>
        <a:bodyPr/>
        <a:lstStyle/>
        <a:p>
          <a:endParaRPr lang="en-US"/>
        </a:p>
      </dgm:t>
    </dgm:pt>
    <dgm:pt modelId="{CD972E40-DA39-4CD5-92AA-BF538DEA5824}">
      <dgm:prSet/>
      <dgm:spPr/>
      <dgm:t>
        <a:bodyPr/>
        <a:lstStyle/>
        <a:p>
          <a:r>
            <a:rPr lang="en-GB"/>
            <a:t>Pseudo-Classes - a:hover { color: blue }</a:t>
          </a:r>
          <a:endParaRPr lang="en-US"/>
        </a:p>
      </dgm:t>
    </dgm:pt>
    <dgm:pt modelId="{C1651B0E-B6F3-490B-844A-7E795D37631D}" type="parTrans" cxnId="{922E5B49-8796-4219-B23B-E283EECAF325}">
      <dgm:prSet/>
      <dgm:spPr/>
      <dgm:t>
        <a:bodyPr/>
        <a:lstStyle/>
        <a:p>
          <a:endParaRPr lang="en-US"/>
        </a:p>
      </dgm:t>
    </dgm:pt>
    <dgm:pt modelId="{A99DBBB7-0CE7-466A-84D6-896CBC1FCCAC}" type="sibTrans" cxnId="{922E5B49-8796-4219-B23B-E283EECAF325}">
      <dgm:prSet/>
      <dgm:spPr/>
      <dgm:t>
        <a:bodyPr/>
        <a:lstStyle/>
        <a:p>
          <a:endParaRPr lang="en-US"/>
        </a:p>
      </dgm:t>
    </dgm:pt>
    <dgm:pt modelId="{273DE30A-F910-DC48-AD2E-0313A0974427}" type="pres">
      <dgm:prSet presAssocID="{ECDBF885-282B-4293-A2A1-662823FDDAF9}" presName="linear" presStyleCnt="0">
        <dgm:presLayoutVars>
          <dgm:animLvl val="lvl"/>
          <dgm:resizeHandles val="exact"/>
        </dgm:presLayoutVars>
      </dgm:prSet>
      <dgm:spPr/>
    </dgm:pt>
    <dgm:pt modelId="{7C43A176-6BEA-A44C-AD3B-1D4D1FB92F65}" type="pres">
      <dgm:prSet presAssocID="{433273EB-D6AB-44C0-8260-8765D49DA37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9CF046B-1172-4447-B366-E83B3C6129ED}" type="pres">
      <dgm:prSet presAssocID="{7D20D318-E25B-45A7-B58A-15E613E743D0}" presName="spacer" presStyleCnt="0"/>
      <dgm:spPr/>
    </dgm:pt>
    <dgm:pt modelId="{418631A0-A503-504C-AF9C-29B60006ACB7}" type="pres">
      <dgm:prSet presAssocID="{E845E431-874F-4447-91F9-1B06B81C362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BCE73EC-64BA-3F44-8A83-F5FFDFA30CA7}" type="pres">
      <dgm:prSet presAssocID="{2D165ACB-B6B6-477B-871A-0BEB8EDDBAF4}" presName="spacer" presStyleCnt="0"/>
      <dgm:spPr/>
    </dgm:pt>
    <dgm:pt modelId="{227D59C8-FB43-6C4B-A4A0-39ADFC379E68}" type="pres">
      <dgm:prSet presAssocID="{F938B0B5-1B22-42C5-8CA0-40B0CA1A18C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5385051-5B12-6A4A-B611-8E4A52EB7725}" type="pres">
      <dgm:prSet presAssocID="{7F7BADE6-6F6F-444C-AD9A-6C2064556A44}" presName="spacer" presStyleCnt="0"/>
      <dgm:spPr/>
    </dgm:pt>
    <dgm:pt modelId="{8769ABC3-284B-0543-BD0A-FECADA0BC3B7}" type="pres">
      <dgm:prSet presAssocID="{704A7782-9CAA-4240-80A2-0EC3487C244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D40B576-3825-CD44-92FA-79550DBAFB62}" type="pres">
      <dgm:prSet presAssocID="{F997F512-185B-4182-8EE4-8E533632F1D5}" presName="spacer" presStyleCnt="0"/>
      <dgm:spPr/>
    </dgm:pt>
    <dgm:pt modelId="{3036419F-D9BA-4A43-868A-EE4F565CDC8B}" type="pres">
      <dgm:prSet presAssocID="{0EE13316-1BF6-43E6-9D94-9AA83F27494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8C8191F-F5DA-FD4E-A860-22F43B158C4D}" type="pres">
      <dgm:prSet presAssocID="{99B91495-A392-4619-A72B-5D917CF719ED}" presName="spacer" presStyleCnt="0"/>
      <dgm:spPr/>
    </dgm:pt>
    <dgm:pt modelId="{0B60FA89-6FF7-0444-9E25-DCF95252033B}" type="pres">
      <dgm:prSet presAssocID="{132C5048-9C6C-4C18-98E5-B7492DE62E0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0D44538-C9F6-EA4A-9A47-F96A6CD5BB5E}" type="pres">
      <dgm:prSet presAssocID="{1A06B58B-3712-4D79-A6C9-531BE8661EA8}" presName="spacer" presStyleCnt="0"/>
      <dgm:spPr/>
    </dgm:pt>
    <dgm:pt modelId="{CF5DE952-8E06-0249-AC76-60835EBBEDA1}" type="pres">
      <dgm:prSet presAssocID="{CD972E40-DA39-4CD5-92AA-BF538DEA582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A43510D-9E12-4EA3-A634-7B3731AFE537}" srcId="{ECDBF885-282B-4293-A2A1-662823FDDAF9}" destId="{E845E431-874F-4447-91F9-1B06B81C362E}" srcOrd="1" destOrd="0" parTransId="{BE9E5200-70B7-4EA4-A862-A5E73DFD7F27}" sibTransId="{2D165ACB-B6B6-477B-871A-0BEB8EDDBAF4}"/>
    <dgm:cxn modelId="{03D72524-2DD7-9B49-9A9B-6A093F44F077}" type="presOf" srcId="{E845E431-874F-4447-91F9-1B06B81C362E}" destId="{418631A0-A503-504C-AF9C-29B60006ACB7}" srcOrd="0" destOrd="0" presId="urn:microsoft.com/office/officeart/2005/8/layout/vList2"/>
    <dgm:cxn modelId="{22D72627-A121-5348-8F54-D326F5A88091}" type="presOf" srcId="{CD972E40-DA39-4CD5-92AA-BF538DEA5824}" destId="{CF5DE952-8E06-0249-AC76-60835EBBEDA1}" srcOrd="0" destOrd="0" presId="urn:microsoft.com/office/officeart/2005/8/layout/vList2"/>
    <dgm:cxn modelId="{2131BE31-68B8-E94D-83FD-C95A2DF27E83}" type="presOf" srcId="{0EE13316-1BF6-43E6-9D94-9AA83F274941}" destId="{3036419F-D9BA-4A43-868A-EE4F565CDC8B}" srcOrd="0" destOrd="0" presId="urn:microsoft.com/office/officeart/2005/8/layout/vList2"/>
    <dgm:cxn modelId="{3984E531-C380-48D4-9811-FAC8D9AE5010}" srcId="{ECDBF885-282B-4293-A2A1-662823FDDAF9}" destId="{132C5048-9C6C-4C18-98E5-B7492DE62E09}" srcOrd="5" destOrd="0" parTransId="{C19133DA-07F8-416D-AED2-EA734517D658}" sibTransId="{1A06B58B-3712-4D79-A6C9-531BE8661EA8}"/>
    <dgm:cxn modelId="{C671733E-EBD4-42E0-BE4F-435B3AC030A0}" srcId="{ECDBF885-282B-4293-A2A1-662823FDDAF9}" destId="{433273EB-D6AB-44C0-8260-8765D49DA372}" srcOrd="0" destOrd="0" parTransId="{1F52D266-3E39-440D-A392-56AE8EA8305D}" sibTransId="{7D20D318-E25B-45A7-B58A-15E613E743D0}"/>
    <dgm:cxn modelId="{E0996A40-E12D-0648-A902-35DBDE945384}" type="presOf" srcId="{704A7782-9CAA-4240-80A2-0EC3487C2444}" destId="{8769ABC3-284B-0543-BD0A-FECADA0BC3B7}" srcOrd="0" destOrd="0" presId="urn:microsoft.com/office/officeart/2005/8/layout/vList2"/>
    <dgm:cxn modelId="{922E5B49-8796-4219-B23B-E283EECAF325}" srcId="{ECDBF885-282B-4293-A2A1-662823FDDAF9}" destId="{CD972E40-DA39-4CD5-92AA-BF538DEA5824}" srcOrd="6" destOrd="0" parTransId="{C1651B0E-B6F3-490B-844A-7E795D37631D}" sibTransId="{A99DBBB7-0CE7-466A-84D6-896CBC1FCCAC}"/>
    <dgm:cxn modelId="{EC7E1360-5898-6F44-93BD-A43BD4B0C011}" type="presOf" srcId="{F938B0B5-1B22-42C5-8CA0-40B0CA1A18C7}" destId="{227D59C8-FB43-6C4B-A4A0-39ADFC379E68}" srcOrd="0" destOrd="0" presId="urn:microsoft.com/office/officeart/2005/8/layout/vList2"/>
    <dgm:cxn modelId="{17F34E62-4FD4-6D43-9E66-E407092D06B8}" type="presOf" srcId="{433273EB-D6AB-44C0-8260-8765D49DA372}" destId="{7C43A176-6BEA-A44C-AD3B-1D4D1FB92F65}" srcOrd="0" destOrd="0" presId="urn:microsoft.com/office/officeart/2005/8/layout/vList2"/>
    <dgm:cxn modelId="{951CA462-FD15-BF49-888B-47E34B6692FD}" type="presOf" srcId="{ECDBF885-282B-4293-A2A1-662823FDDAF9}" destId="{273DE30A-F910-DC48-AD2E-0313A0974427}" srcOrd="0" destOrd="0" presId="urn:microsoft.com/office/officeart/2005/8/layout/vList2"/>
    <dgm:cxn modelId="{9BFC3992-8712-2047-AE10-97A9F4DE7224}" type="presOf" srcId="{132C5048-9C6C-4C18-98E5-B7492DE62E09}" destId="{0B60FA89-6FF7-0444-9E25-DCF95252033B}" srcOrd="0" destOrd="0" presId="urn:microsoft.com/office/officeart/2005/8/layout/vList2"/>
    <dgm:cxn modelId="{74D445B1-FEBC-4F77-9642-138AEFB2FEDB}" srcId="{ECDBF885-282B-4293-A2A1-662823FDDAF9}" destId="{F938B0B5-1B22-42C5-8CA0-40B0CA1A18C7}" srcOrd="2" destOrd="0" parTransId="{0F93D746-68D3-4FBD-9934-6B15B8FCDF53}" sibTransId="{7F7BADE6-6F6F-444C-AD9A-6C2064556A44}"/>
    <dgm:cxn modelId="{95F356EC-5CD9-4C97-B571-62E4C90D97AF}" srcId="{ECDBF885-282B-4293-A2A1-662823FDDAF9}" destId="{704A7782-9CAA-4240-80A2-0EC3487C2444}" srcOrd="3" destOrd="0" parTransId="{C1D8BE3C-29CD-49A4-8906-754BFE549D75}" sibTransId="{F997F512-185B-4182-8EE4-8E533632F1D5}"/>
    <dgm:cxn modelId="{665733FF-3665-47BA-BF5D-B7483E153517}" srcId="{ECDBF885-282B-4293-A2A1-662823FDDAF9}" destId="{0EE13316-1BF6-43E6-9D94-9AA83F274941}" srcOrd="4" destOrd="0" parTransId="{3106C912-CC4B-49B3-AEC1-7803FA5F47C2}" sibTransId="{99B91495-A392-4619-A72B-5D917CF719ED}"/>
    <dgm:cxn modelId="{66180C7E-D157-B54D-BAC7-75263B76B910}" type="presParOf" srcId="{273DE30A-F910-DC48-AD2E-0313A0974427}" destId="{7C43A176-6BEA-A44C-AD3B-1D4D1FB92F65}" srcOrd="0" destOrd="0" presId="urn:microsoft.com/office/officeart/2005/8/layout/vList2"/>
    <dgm:cxn modelId="{216C6B87-A23C-6A4F-9449-2E49816BEC2D}" type="presParOf" srcId="{273DE30A-F910-DC48-AD2E-0313A0974427}" destId="{A9CF046B-1172-4447-B366-E83B3C6129ED}" srcOrd="1" destOrd="0" presId="urn:microsoft.com/office/officeart/2005/8/layout/vList2"/>
    <dgm:cxn modelId="{E8C41A37-818B-AC4E-99F1-8545970EB4BB}" type="presParOf" srcId="{273DE30A-F910-DC48-AD2E-0313A0974427}" destId="{418631A0-A503-504C-AF9C-29B60006ACB7}" srcOrd="2" destOrd="0" presId="urn:microsoft.com/office/officeart/2005/8/layout/vList2"/>
    <dgm:cxn modelId="{8F21A4FF-AC03-DE4C-9E02-1C75BC7E7A83}" type="presParOf" srcId="{273DE30A-F910-DC48-AD2E-0313A0974427}" destId="{1BCE73EC-64BA-3F44-8A83-F5FFDFA30CA7}" srcOrd="3" destOrd="0" presId="urn:microsoft.com/office/officeart/2005/8/layout/vList2"/>
    <dgm:cxn modelId="{469FE149-FE4B-9C47-B1D2-A55DCA9279C9}" type="presParOf" srcId="{273DE30A-F910-DC48-AD2E-0313A0974427}" destId="{227D59C8-FB43-6C4B-A4A0-39ADFC379E68}" srcOrd="4" destOrd="0" presId="urn:microsoft.com/office/officeart/2005/8/layout/vList2"/>
    <dgm:cxn modelId="{FFB35016-C80F-3040-BCF8-C44277FCB8D0}" type="presParOf" srcId="{273DE30A-F910-DC48-AD2E-0313A0974427}" destId="{A5385051-5B12-6A4A-B611-8E4A52EB7725}" srcOrd="5" destOrd="0" presId="urn:microsoft.com/office/officeart/2005/8/layout/vList2"/>
    <dgm:cxn modelId="{980A3D19-35E0-DC44-8D15-B7129B085A4B}" type="presParOf" srcId="{273DE30A-F910-DC48-AD2E-0313A0974427}" destId="{8769ABC3-284B-0543-BD0A-FECADA0BC3B7}" srcOrd="6" destOrd="0" presId="urn:microsoft.com/office/officeart/2005/8/layout/vList2"/>
    <dgm:cxn modelId="{39DB1E40-1A99-8849-A745-345CB766A95F}" type="presParOf" srcId="{273DE30A-F910-DC48-AD2E-0313A0974427}" destId="{BD40B576-3825-CD44-92FA-79550DBAFB62}" srcOrd="7" destOrd="0" presId="urn:microsoft.com/office/officeart/2005/8/layout/vList2"/>
    <dgm:cxn modelId="{C001F669-BA6E-6F40-BDD0-DD1145E6BE49}" type="presParOf" srcId="{273DE30A-F910-DC48-AD2E-0313A0974427}" destId="{3036419F-D9BA-4A43-868A-EE4F565CDC8B}" srcOrd="8" destOrd="0" presId="urn:microsoft.com/office/officeart/2005/8/layout/vList2"/>
    <dgm:cxn modelId="{C6535059-9143-8A41-8454-791B2FC9638D}" type="presParOf" srcId="{273DE30A-F910-DC48-AD2E-0313A0974427}" destId="{68C8191F-F5DA-FD4E-A860-22F43B158C4D}" srcOrd="9" destOrd="0" presId="urn:microsoft.com/office/officeart/2005/8/layout/vList2"/>
    <dgm:cxn modelId="{29825DA7-760A-2142-88E3-40447E514DDD}" type="presParOf" srcId="{273DE30A-F910-DC48-AD2E-0313A0974427}" destId="{0B60FA89-6FF7-0444-9E25-DCF95252033B}" srcOrd="10" destOrd="0" presId="urn:microsoft.com/office/officeart/2005/8/layout/vList2"/>
    <dgm:cxn modelId="{8002AB6A-BAF3-5A44-901B-59405CF1AB1D}" type="presParOf" srcId="{273DE30A-F910-DC48-AD2E-0313A0974427}" destId="{50D44538-C9F6-EA4A-9A47-F96A6CD5BB5E}" srcOrd="11" destOrd="0" presId="urn:microsoft.com/office/officeart/2005/8/layout/vList2"/>
    <dgm:cxn modelId="{090BB56B-33F3-004C-BF70-56C112D454CD}" type="presParOf" srcId="{273DE30A-F910-DC48-AD2E-0313A0974427}" destId="{CF5DE952-8E06-0249-AC76-60835EBBEDA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3A176-6BEA-A44C-AD3B-1D4D1FB92F65}">
      <dsp:nvSpPr>
        <dsp:cNvPr id="0" name=""/>
        <dsp:cNvSpPr/>
      </dsp:nvSpPr>
      <dsp:spPr>
        <a:xfrm>
          <a:off x="0" y="1023530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Tag selector - </a:t>
          </a:r>
          <a:r>
            <a:rPr lang="en-GB" sz="1800" kern="1200"/>
            <a:t>B</a:t>
          </a:r>
          <a:r>
            <a:rPr lang="en-US" sz="1800" kern="1200"/>
            <a:t>ody { width: 100% }</a:t>
          </a:r>
        </a:p>
      </dsp:txBody>
      <dsp:txXfrm>
        <a:off x="21589" y="1045119"/>
        <a:ext cx="6623655" cy="399082"/>
      </dsp:txXfrm>
    </dsp:sp>
    <dsp:sp modelId="{418631A0-A503-504C-AF9C-29B60006ACB7}">
      <dsp:nvSpPr>
        <dsp:cNvPr id="0" name=""/>
        <dsp:cNvSpPr/>
      </dsp:nvSpPr>
      <dsp:spPr>
        <a:xfrm>
          <a:off x="0" y="1517630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</a:t>
          </a:r>
          <a:r>
            <a:rPr lang="en-US" sz="1800" kern="1200"/>
            <a:t>lass selector - .item { width: 100% }</a:t>
          </a:r>
        </a:p>
      </dsp:txBody>
      <dsp:txXfrm>
        <a:off x="21589" y="1539219"/>
        <a:ext cx="6623655" cy="399082"/>
      </dsp:txXfrm>
    </dsp:sp>
    <dsp:sp modelId="{227D59C8-FB43-6C4B-A4A0-39ADFC379E68}">
      <dsp:nvSpPr>
        <dsp:cNvPr id="0" name=""/>
        <dsp:cNvSpPr/>
      </dsp:nvSpPr>
      <dsp:spPr>
        <a:xfrm>
          <a:off x="0" y="2011730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</a:t>
          </a:r>
          <a:r>
            <a:rPr lang="en-US" sz="1800" kern="1200"/>
            <a:t>d selector - #unique-id { width: 100% }</a:t>
          </a:r>
        </a:p>
      </dsp:txBody>
      <dsp:txXfrm>
        <a:off x="21589" y="2033319"/>
        <a:ext cx="6623655" cy="399082"/>
      </dsp:txXfrm>
    </dsp:sp>
    <dsp:sp modelId="{8769ABC3-284B-0543-BD0A-FECADA0BC3B7}">
      <dsp:nvSpPr>
        <dsp:cNvPr id="0" name=""/>
        <dsp:cNvSpPr/>
      </dsp:nvSpPr>
      <dsp:spPr>
        <a:xfrm>
          <a:off x="0" y="2505830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Context selector / </a:t>
          </a:r>
          <a:r>
            <a:rPr lang="en-GB" sz="1800" kern="1200"/>
            <a:t>Descendant Selector</a:t>
          </a:r>
          <a:r>
            <a:rPr lang="en-US" sz="1800" kern="1200"/>
            <a:t> - .div p { color: red; }</a:t>
          </a:r>
        </a:p>
      </dsp:txBody>
      <dsp:txXfrm>
        <a:off x="21589" y="2527419"/>
        <a:ext cx="6623655" cy="399082"/>
      </dsp:txXfrm>
    </dsp:sp>
    <dsp:sp modelId="{3036419F-D9BA-4A43-868A-EE4F565CDC8B}">
      <dsp:nvSpPr>
        <dsp:cNvPr id="0" name=""/>
        <dsp:cNvSpPr/>
      </dsp:nvSpPr>
      <dsp:spPr>
        <a:xfrm>
          <a:off x="0" y="2999929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Child selector - .parent &gt; p { color: red; }</a:t>
          </a:r>
        </a:p>
      </dsp:txBody>
      <dsp:txXfrm>
        <a:off x="21589" y="3021518"/>
        <a:ext cx="6623655" cy="399082"/>
      </dsp:txXfrm>
    </dsp:sp>
    <dsp:sp modelId="{0B60FA89-6FF7-0444-9E25-DCF95252033B}">
      <dsp:nvSpPr>
        <dsp:cNvPr id="0" name=""/>
        <dsp:cNvSpPr/>
      </dsp:nvSpPr>
      <dsp:spPr>
        <a:xfrm>
          <a:off x="0" y="3494029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Adjacent Sibling Combinator - .sibling-a + sibling-b { color: red }</a:t>
          </a:r>
          <a:endParaRPr lang="en-US" sz="1800" kern="1200"/>
        </a:p>
      </dsp:txBody>
      <dsp:txXfrm>
        <a:off x="21589" y="3515618"/>
        <a:ext cx="6623655" cy="399082"/>
      </dsp:txXfrm>
    </dsp:sp>
    <dsp:sp modelId="{CF5DE952-8E06-0249-AC76-60835EBBEDA1}">
      <dsp:nvSpPr>
        <dsp:cNvPr id="0" name=""/>
        <dsp:cNvSpPr/>
      </dsp:nvSpPr>
      <dsp:spPr>
        <a:xfrm>
          <a:off x="0" y="3988129"/>
          <a:ext cx="6666833" cy="4422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Pseudo-Classes - a:hover { color: blue }</a:t>
          </a:r>
          <a:endParaRPr lang="en-US" sz="1800" kern="1200"/>
        </a:p>
      </dsp:txBody>
      <dsp:txXfrm>
        <a:off x="21589" y="4009718"/>
        <a:ext cx="6623655" cy="399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8C69C-2FB1-E84E-AAAB-1257ED4524BB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77C22-2823-9C4F-8192-1142A0EDB7C5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767365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77C22-2823-9C4F-8192-1142A0EDB7C5}" type="slidenum">
              <a:rPr lang="en-GE" smtClean="0"/>
              <a:t>12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214641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B2FF-E029-FD0B-6AB7-9CC003840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C7315-6753-4BAB-327B-4F2B21697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64831-AAEC-D28F-2D99-B372BF01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6194-77A5-8BC2-8460-B3E3935D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09C55-7A03-D46F-B0BA-AF41783E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94579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9C0D-BE2B-2B16-6836-5D3A64C4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93977-24D9-1DD9-A886-FC35672EE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12329-79D9-8C5B-6228-D68ED04D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0B560-2462-4A15-1981-32D9BCC6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E72F2-B278-51F8-6021-9FA81C3F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75600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CF41-CCF0-DF61-2461-AEC91E46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42BB4-C452-9AF4-559C-4F2334E3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7025C-9BBE-4D31-1F93-4D8F6ECB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E452-FC24-8327-911B-4B1602FD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D60A3-AB6F-4913-D628-1CE50C26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84426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4580-CB62-A86A-0ECB-73FA6385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2D7BD-095B-5008-C003-291A3D92A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43F1F-F418-F7EB-4E3C-C8E06B05E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0F5BC-BFA4-7045-3EA2-3F392B65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B3E4A-CBA2-6295-3257-C650EF3E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08A3C-CB0A-2C58-C10A-6CEEDB68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26204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110C-66E6-DACF-4CE0-2AA4C736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7B620-A5E1-8CD6-411E-5B3316B17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DCA46-E2E3-CC82-DC60-86FC7CA3B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8DEBB-D136-2B9A-1321-13FAF7209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41C5F-B2E5-4486-B3EF-A9A7784F7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41D7E-D4EC-AD19-FD10-AFA90C7B2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F0A79-5562-902C-AF57-7EC8C679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5FDA7-FB8C-2289-AB7D-737A2AC8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75505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6FE5-7F4C-5E7A-2FD3-8A0FA52ED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659DC-67ED-94A6-A743-92484C44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82A39-3740-132C-CA38-E4544FBF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7F55F-5993-64F9-F289-CA1001B9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82657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B923A-FEA8-8F7C-5BCB-3EA76D7E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A001F-D92D-186B-E8F3-9B6EEF82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5D08E-8349-23F7-8DDE-D0648280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45734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9EE3-FE88-31B2-3D2D-AEF67423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F48DB-CD3C-543C-C402-C0BA16356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715AD-7E6E-268C-F349-CE7E708E7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EDCC0-D6B8-B78F-AFE3-D469ACA5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39931-57A6-9392-E279-E388E8FD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FC289-078E-6978-9E7D-A44352C4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51603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DC74-A5AA-C799-D8DC-B82B224A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85BB3-9387-A1CF-C092-336C22648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FC2E1-4846-590C-5F15-032C23078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7992C-BBA6-A934-016E-34DDDE3D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0C26C-CDEC-A089-A6A4-F5E05D78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EC617-7216-9F21-29B2-30DAAEF4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58695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8963-DD37-3B13-7724-855BB9AD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CC871-3725-0077-6205-0DB2F5D7E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61186-FE3C-064B-0829-C8142DE9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4FB0-E293-8465-0ACA-BB400F3D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A5924-A20A-1070-7333-EF9BD283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54614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663B0-5B5A-F29D-247F-BFEE9A448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2200E-5580-6D93-27BE-5C9AF76C3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359AB-711D-42F4-6C91-DE123F36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99E57-5385-943B-3D91-9E370548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5B576-7B57-D2A2-B466-9548A9E4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5810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562CB-C06C-D450-DD8C-ECAE3CE5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A82BF-183E-DF49-B3B5-2B81E50A3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9C4D-65E9-4018-60F4-9C175C7B9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A9C87-557F-7F4E-BBB5-F3BE581C92B5}" type="datetimeFigureOut">
              <a:rPr lang="en-GE" smtClean="0"/>
              <a:t>07.08.25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2C5D-9426-CD79-4144-799EA762D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07263-227C-DAB4-38D6-F8C0AB23B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45190-4A2E-FD4D-B365-C9888C1254D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89022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78AB5-52FF-67C1-AD55-AD8F95F1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DCB36-AF77-49DE-1896-CD06644AF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590" y="1687486"/>
            <a:ext cx="3300156" cy="36368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Cascading Style Sheets for styling HTML</a:t>
            </a:r>
          </a:p>
        </p:txBody>
      </p:sp>
    </p:spTree>
    <p:extLst>
      <p:ext uri="{BB962C8B-B14F-4D97-AF65-F5344CB8AC3E}">
        <p14:creationId xmlns:p14="http://schemas.microsoft.com/office/powerpoint/2010/main" val="54875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01B89-8EE1-9B69-7BBA-D3604399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159C-6854-0D9D-5550-B24B10A1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 s</a:t>
            </a:r>
            <a:r>
              <a:rPr lang="en-GE" sz="2000"/>
              <a:t>elector {</a:t>
            </a:r>
          </a:p>
          <a:p>
            <a:pPr marL="0" indent="0">
              <a:buNone/>
            </a:pPr>
            <a:r>
              <a:rPr lang="en-GE" sz="2000"/>
              <a:t>        property: value</a:t>
            </a:r>
          </a:p>
          <a:p>
            <a:pPr marL="0" indent="0">
              <a:buNone/>
            </a:pPr>
            <a:r>
              <a:rPr lang="en-GE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273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8589E-7D95-0B04-DBF6-9CB92BE9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8862-0FEB-8BB7-E1C1-D27B9DEB2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Embedded view</a:t>
            </a:r>
          </a:p>
          <a:p>
            <a:pPr marL="0" indent="0">
              <a:buNone/>
            </a:pPr>
            <a:r>
              <a:rPr lang="en-GE" sz="2000"/>
              <a:t>Inline styles</a:t>
            </a:r>
          </a:p>
          <a:p>
            <a:pPr marL="0" indent="0">
              <a:buNone/>
            </a:pPr>
            <a:r>
              <a:rPr lang="en-GE" sz="2000"/>
              <a:t>External files</a:t>
            </a:r>
          </a:p>
          <a:p>
            <a:pPr marL="0" indent="0">
              <a:buNone/>
            </a:pPr>
            <a:endParaRPr lang="en-GE" sz="2000"/>
          </a:p>
          <a:p>
            <a:pPr marL="0" indent="0">
              <a:buNone/>
            </a:pP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73602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5C513-12AA-6A6C-1ADD-64897533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Embedded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C06B-09F4-460F-14AA-D11F248AB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/>
              <a:t>&lt;!DOCTYPE html&gt;</a:t>
            </a:r>
          </a:p>
          <a:p>
            <a:pPr marL="0" indent="0">
              <a:buNone/>
            </a:pPr>
            <a:r>
              <a:rPr lang="en-GB" sz="1100"/>
              <a:t>&lt;html lang="en"&gt;</a:t>
            </a:r>
          </a:p>
          <a:p>
            <a:pPr marL="0" indent="0">
              <a:buNone/>
            </a:pPr>
            <a:r>
              <a:rPr lang="en-GB" sz="1100"/>
              <a:t>&lt;head&gt;</a:t>
            </a:r>
          </a:p>
          <a:p>
            <a:pPr marL="0" indent="0">
              <a:buNone/>
            </a:pPr>
            <a:r>
              <a:rPr lang="en-GB" sz="1100"/>
              <a:t>&lt;meta charset="utf-8" /&gt;</a:t>
            </a:r>
          </a:p>
          <a:p>
            <a:pPr marL="0" indent="0">
              <a:buNone/>
            </a:pPr>
            <a:r>
              <a:rPr lang="en-GB" sz="1100"/>
              <a:t>&lt;title&gt;My App&lt;/title&gt;</a:t>
            </a:r>
          </a:p>
          <a:p>
            <a:pPr marL="0" indent="0">
              <a:buNone/>
            </a:pPr>
            <a:r>
              <a:rPr lang="en-GB" sz="1100"/>
              <a:t>&lt;base href="/" /&gt;</a:t>
            </a:r>
          </a:p>
          <a:p>
            <a:pPr marL="0" indent="0">
              <a:buNone/>
            </a:pPr>
            <a:r>
              <a:rPr lang="en-GB" sz="1100"/>
              <a:t>&lt;meta name="viewport" content="width=device-width, initial-scale=1" /&gt;</a:t>
            </a:r>
          </a:p>
          <a:p>
            <a:pPr marL="0" indent="0">
              <a:buNone/>
            </a:pPr>
            <a:br>
              <a:rPr lang="en-GB" sz="1100"/>
            </a:br>
            <a:r>
              <a:rPr lang="en-GB" sz="1100"/>
              <a:t>&lt;style&gt;</a:t>
            </a:r>
          </a:p>
          <a:p>
            <a:pPr marL="0" indent="0">
              <a:buNone/>
            </a:pPr>
            <a:r>
              <a:rPr lang="en-GB" sz="1100"/>
              <a:t>body {</a:t>
            </a:r>
          </a:p>
          <a:p>
            <a:pPr marL="0" indent="0">
              <a:buNone/>
            </a:pPr>
            <a:r>
              <a:rPr lang="en-GB" sz="1100"/>
              <a:t>width: 100%</a:t>
            </a:r>
          </a:p>
          <a:p>
            <a:pPr marL="0" indent="0">
              <a:buNone/>
            </a:pPr>
            <a:r>
              <a:rPr lang="en-GB" sz="1100"/>
              <a:t>}</a:t>
            </a:r>
          </a:p>
          <a:p>
            <a:pPr marL="0" indent="0">
              <a:buNone/>
            </a:pPr>
            <a:r>
              <a:rPr lang="en-GB" sz="1100"/>
              <a:t>&lt;/style&gt;</a:t>
            </a:r>
          </a:p>
          <a:p>
            <a:pPr marL="0" indent="0">
              <a:buNone/>
            </a:pPr>
            <a:r>
              <a:rPr lang="en-GB" sz="1100"/>
              <a:t>&lt;/head&gt;</a:t>
            </a:r>
          </a:p>
          <a:p>
            <a:pPr marL="0" indent="0">
              <a:buNone/>
            </a:pPr>
            <a:r>
              <a:rPr lang="en-GB" sz="1100"/>
              <a:t>&lt;body&gt;</a:t>
            </a:r>
          </a:p>
          <a:p>
            <a:pPr marL="0" indent="0">
              <a:buNone/>
            </a:pPr>
            <a:r>
              <a:rPr lang="en-GB" sz="1100"/>
              <a:t>&lt;/body&gt;</a:t>
            </a:r>
          </a:p>
          <a:p>
            <a:pPr marL="0" indent="0">
              <a:buNone/>
            </a:pPr>
            <a:r>
              <a:rPr lang="en-GB" sz="110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54618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A9B1E-AF24-CA8F-7347-59E30ADF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Inline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6106A-6CF3-206D-B8D4-F5BD1C00F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&lt;div style=“width: 100%”&gt;&lt;/div&gt;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12553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CC0FE-317A-D046-4A4F-CBC4BC25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 dirty="0"/>
              <a:t>External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48B9-18B4-90B6-E4F1-E0A234AF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GB" sz="1400" dirty="0"/>
              <a:t>I</a:t>
            </a:r>
            <a:r>
              <a:rPr lang="en-GE" sz="1400" dirty="0"/>
              <a:t>ndex.css</a:t>
            </a:r>
          </a:p>
          <a:p>
            <a:pPr marL="0" indent="0">
              <a:buNone/>
            </a:pPr>
            <a:r>
              <a:rPr lang="en-GB" sz="1400" dirty="0"/>
              <a:t>B</a:t>
            </a:r>
            <a:r>
              <a:rPr lang="en-GE" sz="1400" dirty="0"/>
              <a:t>ody {</a:t>
            </a:r>
          </a:p>
          <a:p>
            <a:pPr marL="0" indent="0">
              <a:buNone/>
            </a:pPr>
            <a:r>
              <a:rPr lang="en-GE" sz="1400" dirty="0"/>
              <a:t>     width: 100%</a:t>
            </a:r>
          </a:p>
          <a:p>
            <a:pPr marL="0" indent="0">
              <a:buNone/>
            </a:pPr>
            <a:r>
              <a:rPr lang="en-GE" sz="1400" dirty="0"/>
              <a:t>}</a:t>
            </a:r>
          </a:p>
          <a:p>
            <a:pPr marL="0" indent="0">
              <a:buNone/>
            </a:pPr>
            <a:endParaRPr lang="en-GE" sz="1400" dirty="0"/>
          </a:p>
          <a:p>
            <a:pPr marL="0" indent="0">
              <a:buNone/>
            </a:pPr>
            <a:r>
              <a:rPr lang="en-GB" sz="1400" dirty="0"/>
              <a:t>I</a:t>
            </a:r>
            <a:r>
              <a:rPr lang="en-GE" sz="1400" dirty="0"/>
              <a:t>ndex.html</a:t>
            </a:r>
          </a:p>
          <a:p>
            <a:pPr marL="0" indent="0">
              <a:buNone/>
            </a:pPr>
            <a:r>
              <a:rPr lang="en-GB" sz="1400" dirty="0"/>
              <a:t>&lt;!DOCTYPE html&gt;</a:t>
            </a:r>
          </a:p>
          <a:p>
            <a:pPr marL="0" indent="0">
              <a:buNone/>
            </a:pPr>
            <a:r>
              <a:rPr lang="en-GB" sz="1400" dirty="0"/>
              <a:t>&lt;html lang="</a:t>
            </a:r>
            <a:r>
              <a:rPr lang="en-GB" sz="1400" dirty="0" err="1"/>
              <a:t>en</a:t>
            </a:r>
            <a:r>
              <a:rPr lang="en-GB" sz="1400" dirty="0"/>
              <a:t>"&gt;</a:t>
            </a:r>
          </a:p>
          <a:p>
            <a:pPr marL="0" indent="0">
              <a:buNone/>
            </a:pPr>
            <a:r>
              <a:rPr lang="en-GB" sz="1400" dirty="0"/>
              <a:t>&lt;head&gt;</a:t>
            </a:r>
          </a:p>
          <a:p>
            <a:pPr marL="0" indent="0">
              <a:buNone/>
            </a:pPr>
            <a:r>
              <a:rPr lang="en-GB" sz="1400" dirty="0"/>
              <a:t>&lt;meta charset="utf-8" /&gt;</a:t>
            </a:r>
          </a:p>
          <a:p>
            <a:pPr marL="0" indent="0">
              <a:buNone/>
            </a:pPr>
            <a:r>
              <a:rPr lang="en-GB" sz="1400" dirty="0"/>
              <a:t>&lt;title&gt;My App&lt;/title&gt;</a:t>
            </a:r>
          </a:p>
          <a:p>
            <a:pPr marL="0" indent="0">
              <a:buNone/>
            </a:pPr>
            <a:r>
              <a:rPr lang="en-GB" sz="1400" dirty="0"/>
              <a:t>&lt;base </a:t>
            </a:r>
            <a:r>
              <a:rPr lang="en-GB" sz="1400" dirty="0" err="1"/>
              <a:t>href</a:t>
            </a:r>
            <a:r>
              <a:rPr lang="en-GB" sz="1400" dirty="0"/>
              <a:t>="/" /&gt;</a:t>
            </a:r>
          </a:p>
          <a:p>
            <a:pPr marL="0" indent="0">
              <a:buNone/>
            </a:pPr>
            <a:r>
              <a:rPr lang="en-GB" sz="1400" dirty="0"/>
              <a:t>&lt;meta name="viewport" content="width=device-width, initial-scale=1" /&gt;</a:t>
            </a:r>
          </a:p>
          <a:p>
            <a:pPr marL="0" indent="0">
              <a:buNone/>
            </a:pPr>
            <a:r>
              <a:rPr lang="en-GB" sz="1400" dirty="0"/>
              <a:t>&lt;link </a:t>
            </a:r>
            <a:r>
              <a:rPr lang="en-GB" sz="1400" dirty="0" err="1"/>
              <a:t>rel</a:t>
            </a:r>
            <a:r>
              <a:rPr lang="en-GB" sz="1400" dirty="0"/>
              <a:t>="stylesheet" </a:t>
            </a:r>
            <a:r>
              <a:rPr lang="en-GB" sz="1400" dirty="0" err="1"/>
              <a:t>href</a:t>
            </a:r>
            <a:r>
              <a:rPr lang="en-GB" sz="1400" dirty="0"/>
              <a:t>=”</a:t>
            </a:r>
            <a:r>
              <a:rPr lang="en-GB" sz="1400" dirty="0" err="1"/>
              <a:t>index.css</a:t>
            </a:r>
            <a:r>
              <a:rPr lang="en-GB" sz="1400" dirty="0"/>
              <a:t>"&gt;</a:t>
            </a:r>
          </a:p>
          <a:p>
            <a:pPr marL="0" indent="0">
              <a:buNone/>
            </a:pPr>
            <a:r>
              <a:rPr lang="en-GB" sz="1400" dirty="0"/>
              <a:t>&lt;/head&gt;</a:t>
            </a:r>
          </a:p>
          <a:p>
            <a:pPr marL="0" indent="0">
              <a:buNone/>
            </a:pPr>
            <a:r>
              <a:rPr lang="en-GB" sz="1400" dirty="0"/>
              <a:t>&lt;body&gt;</a:t>
            </a:r>
          </a:p>
          <a:p>
            <a:pPr marL="0" indent="0">
              <a:buNone/>
            </a:pPr>
            <a:r>
              <a:rPr lang="en-GB" sz="1400" dirty="0"/>
              <a:t>&lt;/body&gt;</a:t>
            </a:r>
          </a:p>
          <a:p>
            <a:pPr marL="0" indent="0">
              <a:buNone/>
            </a:pPr>
            <a:r>
              <a:rPr lang="en-GB" sz="1400" dirty="0"/>
              <a:t>&lt;/html&gt;</a:t>
            </a:r>
          </a:p>
          <a:p>
            <a:pPr marL="0" indent="0">
              <a:buNone/>
            </a:pPr>
            <a:endParaRPr lang="en-GE" sz="800" dirty="0"/>
          </a:p>
        </p:txBody>
      </p:sp>
    </p:spTree>
    <p:extLst>
      <p:ext uri="{BB962C8B-B14F-4D97-AF65-F5344CB8AC3E}">
        <p14:creationId xmlns:p14="http://schemas.microsoft.com/office/powerpoint/2010/main" val="218799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DF781-7DB4-6748-76BB-74B24F31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E" sz="4000">
                <a:solidFill>
                  <a:srgbClr val="FFFFFF"/>
                </a:solidFill>
              </a:rPr>
              <a:t>Selector types: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DBD7AFF-41CE-D0FC-8231-8F284D85A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79416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321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5A33-28BF-4A9B-39E4-D74E60482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/>
              <a:t>Inheritance</a:t>
            </a:r>
            <a:endParaRPr lang="en-GE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18B46-9218-DFB3-D067-0101DEA5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Inheritance in CSS is the mechanism by which some CSS properties applied to a parent element are automatically passed down to its child elements.</a:t>
            </a:r>
            <a:endParaRPr lang="en-GE" sz="2000" dirty="0"/>
          </a:p>
        </p:txBody>
      </p:sp>
    </p:spTree>
    <p:extLst>
      <p:ext uri="{BB962C8B-B14F-4D97-AF65-F5344CB8AC3E}">
        <p14:creationId xmlns:p14="http://schemas.microsoft.com/office/powerpoint/2010/main" val="114197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0D4EA-5F6E-EED0-BAAE-82592038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Inheritance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0768-086D-4DAB-18C8-991AD5BA6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 dirty="0"/>
              <a:t>&lt;!DOCTYPE html&gt;</a:t>
            </a:r>
          </a:p>
          <a:p>
            <a:pPr marL="0" indent="0">
              <a:buNone/>
            </a:pPr>
            <a:r>
              <a:rPr lang="en-GB" sz="1100" dirty="0"/>
              <a:t>&lt;html&gt;</a:t>
            </a:r>
          </a:p>
          <a:p>
            <a:pPr marL="0" indent="0">
              <a:buNone/>
            </a:pPr>
            <a:r>
              <a:rPr lang="en-GB" sz="1100" dirty="0"/>
              <a:t>&lt;head&gt;</a:t>
            </a:r>
          </a:p>
          <a:p>
            <a:pPr marL="0" indent="0">
              <a:buNone/>
            </a:pPr>
            <a:r>
              <a:rPr lang="en-GB" sz="1100" dirty="0"/>
              <a:t>  &lt;style&gt;</a:t>
            </a:r>
          </a:p>
          <a:p>
            <a:pPr marL="0" indent="0">
              <a:buNone/>
            </a:pPr>
            <a:r>
              <a:rPr lang="en-GB" sz="1100" dirty="0"/>
              <a:t>    body {</a:t>
            </a:r>
          </a:p>
          <a:p>
            <a:pPr marL="0" indent="0">
              <a:buNone/>
            </a:pPr>
            <a:r>
              <a:rPr lang="en-GB" sz="1100" dirty="0"/>
              <a:t>      </a:t>
            </a:r>
            <a:r>
              <a:rPr lang="en-GB" sz="1100" dirty="0" err="1"/>
              <a:t>color</a:t>
            </a:r>
            <a:r>
              <a:rPr lang="en-GB" sz="1100" dirty="0"/>
              <a:t>: </a:t>
            </a:r>
            <a:r>
              <a:rPr lang="en-GB" sz="1100" dirty="0" err="1"/>
              <a:t>darkblue</a:t>
            </a:r>
            <a:r>
              <a:rPr lang="en-GB" sz="1100" dirty="0"/>
              <a:t>; /* This will be inherited */</a:t>
            </a:r>
          </a:p>
          <a:p>
            <a:pPr marL="0" indent="0">
              <a:buNone/>
            </a:pPr>
            <a:r>
              <a:rPr lang="en-GB" sz="1100" dirty="0"/>
              <a:t>      font-family: Arial; /* This too */</a:t>
            </a:r>
          </a:p>
          <a:p>
            <a:pPr marL="0" indent="0">
              <a:buNone/>
            </a:pPr>
            <a:r>
              <a:rPr lang="en-GB" sz="1100" dirty="0"/>
              <a:t>    }</a:t>
            </a:r>
          </a:p>
          <a:p>
            <a:pPr marL="0" indent="0">
              <a:buNone/>
            </a:pPr>
            <a:r>
              <a:rPr lang="en-GB" sz="1100" dirty="0"/>
              <a:t>  &lt;/style&gt;</a:t>
            </a:r>
          </a:p>
          <a:p>
            <a:pPr marL="0" indent="0">
              <a:buNone/>
            </a:pPr>
            <a:r>
              <a:rPr lang="en-GB" sz="1100" dirty="0"/>
              <a:t>&lt;/head&gt;</a:t>
            </a:r>
          </a:p>
          <a:p>
            <a:pPr marL="0" indent="0">
              <a:buNone/>
            </a:pPr>
            <a:r>
              <a:rPr lang="en-GB" sz="1100" dirty="0"/>
              <a:t>&lt;body&gt;</a:t>
            </a:r>
          </a:p>
          <a:p>
            <a:pPr marL="0" indent="0">
              <a:buNone/>
            </a:pPr>
            <a:r>
              <a:rPr lang="en-GB" sz="1100" dirty="0"/>
              <a:t>  &lt;div&gt;</a:t>
            </a:r>
          </a:p>
          <a:p>
            <a:pPr marL="0" indent="0">
              <a:buNone/>
            </a:pPr>
            <a:r>
              <a:rPr lang="en-GB" sz="1100" dirty="0"/>
              <a:t>    &lt;p&gt;This paragraph inherits the text </a:t>
            </a:r>
            <a:r>
              <a:rPr lang="en-GB" sz="1100" dirty="0" err="1"/>
              <a:t>color</a:t>
            </a:r>
            <a:r>
              <a:rPr lang="en-GB" sz="1100" dirty="0"/>
              <a:t> and font from the body.&lt;/p&gt;</a:t>
            </a:r>
          </a:p>
          <a:p>
            <a:pPr marL="0" indent="0">
              <a:buNone/>
            </a:pPr>
            <a:r>
              <a:rPr lang="en-GB" sz="1100" dirty="0"/>
              <a:t>  &lt;/div&gt;</a:t>
            </a:r>
          </a:p>
          <a:p>
            <a:pPr marL="0" indent="0">
              <a:buNone/>
            </a:pPr>
            <a:r>
              <a:rPr lang="en-GB" sz="1100" dirty="0"/>
              <a:t>&lt;/body&gt;</a:t>
            </a:r>
          </a:p>
          <a:p>
            <a:pPr marL="0" indent="0">
              <a:buNone/>
            </a:pPr>
            <a:r>
              <a:rPr lang="en-GB" sz="1100" dirty="0"/>
              <a:t>&lt;/html&gt;</a:t>
            </a:r>
          </a:p>
          <a:p>
            <a:pPr marL="0" indent="0">
              <a:buNone/>
            </a:pPr>
            <a:endParaRPr lang="en-GE" sz="1100" dirty="0"/>
          </a:p>
        </p:txBody>
      </p:sp>
    </p:spTree>
    <p:extLst>
      <p:ext uri="{BB962C8B-B14F-4D97-AF65-F5344CB8AC3E}">
        <p14:creationId xmlns:p14="http://schemas.microsoft.com/office/powerpoint/2010/main" val="156850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AF3BC-7770-C178-FDB5-BD6DB6262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Inherited properties: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8555331-2FA8-5DEB-47E5-A7CD18E53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/>
              <a:t>color</a:t>
            </a:r>
          </a:p>
          <a:p>
            <a:pPr marL="0" indent="0">
              <a:buNone/>
            </a:pPr>
            <a:r>
              <a:rPr lang="en-GB" sz="1100"/>
              <a:t>font</a:t>
            </a:r>
          </a:p>
          <a:p>
            <a:pPr marL="0" indent="0">
              <a:buNone/>
            </a:pPr>
            <a:r>
              <a:rPr lang="en-GB" sz="1100"/>
              <a:t>font-family</a:t>
            </a:r>
          </a:p>
          <a:p>
            <a:pPr marL="0" indent="0">
              <a:buNone/>
            </a:pPr>
            <a:r>
              <a:rPr lang="en-GB" sz="1100"/>
              <a:t>font-size</a:t>
            </a:r>
          </a:p>
          <a:p>
            <a:pPr marL="0" indent="0">
              <a:buNone/>
            </a:pPr>
            <a:r>
              <a:rPr lang="en-GB" sz="1100"/>
              <a:t>font-style</a:t>
            </a:r>
          </a:p>
          <a:p>
            <a:pPr marL="0" indent="0">
              <a:buNone/>
            </a:pPr>
            <a:r>
              <a:rPr lang="en-GB" sz="1100"/>
              <a:t>font-variant</a:t>
            </a:r>
          </a:p>
          <a:p>
            <a:pPr marL="0" indent="0">
              <a:buNone/>
            </a:pPr>
            <a:r>
              <a:rPr lang="en-GB" sz="1100"/>
              <a:t>font-weight</a:t>
            </a:r>
          </a:p>
          <a:p>
            <a:pPr marL="0" indent="0">
              <a:buNone/>
            </a:pPr>
            <a:r>
              <a:rPr lang="en-GB" sz="1100"/>
              <a:t>letter-spacing</a:t>
            </a:r>
          </a:p>
          <a:p>
            <a:pPr marL="0" indent="0">
              <a:buNone/>
            </a:pPr>
            <a:r>
              <a:rPr lang="en-GB" sz="1100"/>
              <a:t>line-height</a:t>
            </a:r>
          </a:p>
          <a:p>
            <a:pPr marL="0" indent="0">
              <a:buNone/>
            </a:pPr>
            <a:r>
              <a:rPr lang="en-GB" sz="1100"/>
              <a:t>quotes</a:t>
            </a:r>
          </a:p>
          <a:p>
            <a:pPr marL="0" indent="0">
              <a:buNone/>
            </a:pPr>
            <a:r>
              <a:rPr lang="en-GB" sz="1100"/>
              <a:t>text-align</a:t>
            </a:r>
          </a:p>
          <a:p>
            <a:pPr marL="0" indent="0">
              <a:buNone/>
            </a:pPr>
            <a:r>
              <a:rPr lang="en-GB" sz="1100"/>
              <a:t>text-indent</a:t>
            </a:r>
          </a:p>
          <a:p>
            <a:pPr marL="0" indent="0">
              <a:buNone/>
            </a:pPr>
            <a:r>
              <a:rPr lang="en-GB" sz="1100"/>
              <a:t>text-transform</a:t>
            </a:r>
          </a:p>
          <a:p>
            <a:pPr marL="0" indent="0">
              <a:buNone/>
            </a:pPr>
            <a:r>
              <a:rPr lang="en-GB" sz="1100"/>
              <a:t>visibility</a:t>
            </a:r>
          </a:p>
          <a:p>
            <a:pPr marL="0" indent="0">
              <a:buNone/>
            </a:pPr>
            <a:r>
              <a:rPr lang="en-GB" sz="1100"/>
              <a:t>white-space</a:t>
            </a:r>
          </a:p>
          <a:p>
            <a:pPr marL="0" indent="0">
              <a:buNone/>
            </a:pPr>
            <a:r>
              <a:rPr lang="en-GB" sz="1100"/>
              <a:t>word-spacing</a:t>
            </a:r>
          </a:p>
          <a:p>
            <a:pPr marL="0" indent="0">
              <a:buNone/>
            </a:pPr>
            <a:endParaRPr lang="en-GE" sz="1100"/>
          </a:p>
        </p:txBody>
      </p:sp>
    </p:spTree>
    <p:extLst>
      <p:ext uri="{BB962C8B-B14F-4D97-AF65-F5344CB8AC3E}">
        <p14:creationId xmlns:p14="http://schemas.microsoft.com/office/powerpoint/2010/main" val="265105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7ED59-082C-F148-FDBC-527B0B5C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Non inherited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BD053-61B0-7E67-F8B5-47FAC1945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204" y="631133"/>
            <a:ext cx="6101543" cy="575240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1200" dirty="0"/>
              <a:t>margin</a:t>
            </a:r>
          </a:p>
          <a:p>
            <a:pPr marL="0" indent="0">
              <a:buNone/>
            </a:pPr>
            <a:r>
              <a:rPr lang="en-GB" sz="1200" dirty="0"/>
              <a:t>padding</a:t>
            </a:r>
          </a:p>
          <a:p>
            <a:pPr marL="0" indent="0">
              <a:buNone/>
            </a:pPr>
            <a:r>
              <a:rPr lang="en-GB" sz="1200" dirty="0"/>
              <a:t>width</a:t>
            </a:r>
          </a:p>
          <a:p>
            <a:pPr marL="0" indent="0">
              <a:buNone/>
            </a:pPr>
            <a:r>
              <a:rPr lang="en-GB" sz="1200" dirty="0"/>
              <a:t>height</a:t>
            </a:r>
          </a:p>
          <a:p>
            <a:pPr marL="0" indent="0">
              <a:buNone/>
            </a:pPr>
            <a:r>
              <a:rPr lang="en-GB" sz="1200" dirty="0"/>
              <a:t>border</a:t>
            </a:r>
          </a:p>
          <a:p>
            <a:pPr marL="0" indent="0">
              <a:buNone/>
            </a:pPr>
            <a:r>
              <a:rPr lang="en-GB" sz="1200" dirty="0"/>
              <a:t>background-</a:t>
            </a:r>
            <a:r>
              <a:rPr lang="en-GB" sz="1200" dirty="0" err="1"/>
              <a:t>color</a:t>
            </a:r>
            <a:endParaRPr lang="en-GB" sz="1200" dirty="0"/>
          </a:p>
          <a:p>
            <a:pPr marL="0" indent="0">
              <a:buNone/>
            </a:pPr>
            <a:r>
              <a:rPr lang="en-GB" sz="1200" dirty="0"/>
              <a:t>display</a:t>
            </a:r>
          </a:p>
          <a:p>
            <a:pPr marL="0" indent="0">
              <a:buNone/>
            </a:pPr>
            <a:r>
              <a:rPr lang="en-GB" sz="1200" dirty="0"/>
              <a:t>position</a:t>
            </a:r>
          </a:p>
          <a:p>
            <a:pPr marL="0" indent="0">
              <a:buNone/>
            </a:pPr>
            <a:r>
              <a:rPr lang="en-GB" sz="1200" dirty="0"/>
              <a:t>top</a:t>
            </a:r>
          </a:p>
          <a:p>
            <a:pPr marL="0" indent="0">
              <a:buNone/>
            </a:pPr>
            <a:r>
              <a:rPr lang="en-GB" sz="1200" dirty="0"/>
              <a:t>left</a:t>
            </a:r>
          </a:p>
          <a:p>
            <a:pPr marL="0" indent="0">
              <a:buNone/>
            </a:pPr>
            <a:r>
              <a:rPr lang="en-GB" sz="1200" dirty="0"/>
              <a:t>right</a:t>
            </a:r>
          </a:p>
          <a:p>
            <a:pPr marL="0" indent="0">
              <a:buNone/>
            </a:pPr>
            <a:r>
              <a:rPr lang="en-GB" sz="1200" dirty="0"/>
              <a:t>bottom</a:t>
            </a:r>
          </a:p>
          <a:p>
            <a:pPr marL="0" indent="0">
              <a:buNone/>
            </a:pPr>
            <a:r>
              <a:rPr lang="en-GB" sz="1200" dirty="0"/>
              <a:t>z-index</a:t>
            </a:r>
          </a:p>
          <a:p>
            <a:pPr marL="0" indent="0">
              <a:buNone/>
            </a:pPr>
            <a:r>
              <a:rPr lang="en-GB" sz="1200" dirty="0"/>
              <a:t>overflow</a:t>
            </a:r>
          </a:p>
          <a:p>
            <a:pPr marL="0" indent="0">
              <a:buNone/>
            </a:pPr>
            <a:r>
              <a:rPr lang="en-GB" sz="1200" dirty="0"/>
              <a:t>flex</a:t>
            </a:r>
          </a:p>
          <a:p>
            <a:pPr marL="0" indent="0">
              <a:buNone/>
            </a:pPr>
            <a:r>
              <a:rPr lang="en-GB" sz="1200" dirty="0"/>
              <a:t>justify-content</a:t>
            </a:r>
          </a:p>
          <a:p>
            <a:pPr marL="0" indent="0">
              <a:buNone/>
            </a:pPr>
            <a:r>
              <a:rPr lang="en-GB" sz="1200" dirty="0"/>
              <a:t>align-items</a:t>
            </a:r>
          </a:p>
          <a:p>
            <a:pPr marL="0" indent="0">
              <a:buNone/>
            </a:pPr>
            <a:r>
              <a:rPr lang="en-GB" sz="1200" dirty="0"/>
              <a:t>box-shadow</a:t>
            </a:r>
          </a:p>
          <a:p>
            <a:pPr marL="0" indent="0">
              <a:buNone/>
            </a:pPr>
            <a:r>
              <a:rPr lang="en-GB" sz="1200" dirty="0"/>
              <a:t>opacity</a:t>
            </a:r>
          </a:p>
          <a:p>
            <a:pPr marL="0" indent="0">
              <a:buNone/>
            </a:pPr>
            <a:r>
              <a:rPr lang="en-GB" sz="1200" dirty="0"/>
              <a:t>transform</a:t>
            </a:r>
            <a:endParaRPr lang="en-GE" sz="1200" dirty="0"/>
          </a:p>
        </p:txBody>
      </p:sp>
    </p:spTree>
    <p:extLst>
      <p:ext uri="{BB962C8B-B14F-4D97-AF65-F5344CB8AC3E}">
        <p14:creationId xmlns:p14="http://schemas.microsoft.com/office/powerpoint/2010/main" val="358174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08C74-86A2-D76A-4843-DF612353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700"/>
              <a:t>CSS Specificity: How Styles Are Applied</a:t>
            </a:r>
            <a:endParaRPr lang="en-GE" sz="37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8AF1C-23D8-6ABD-4BD7-2C73902A9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GE" sz="2000"/>
              <a:t>Importance</a:t>
            </a:r>
          </a:p>
          <a:p>
            <a:r>
              <a:rPr lang="en-GE" sz="2000"/>
              <a:t>Specificity</a:t>
            </a:r>
          </a:p>
          <a:p>
            <a:r>
              <a:rPr lang="en-GE" sz="2000"/>
              <a:t>Order</a:t>
            </a:r>
          </a:p>
          <a:p>
            <a:endParaRPr lang="en-GE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F25746-4651-F877-8743-E4E53D6F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58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2A9EF-0FE3-A6CF-035D-705602AC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n-GE" sz="5400"/>
              <a:t>DOM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0F86-6E01-DF5B-5DD5-AD0B21C6C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74615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18B93-6868-E380-02E9-FD6025938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 – Document Object Model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website&#10;&#10;AI-generated content may be incorrect.">
            <a:extLst>
              <a:ext uri="{FF2B5EF4-FFF2-40B4-BE49-F238E27FC236}">
                <a16:creationId xmlns:a16="http://schemas.microsoft.com/office/drawing/2014/main" id="{1FE92198-9CCC-67DB-7A52-E6BE45E7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06" y="2111829"/>
            <a:ext cx="4724181" cy="315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21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0740C-5ECF-9C6D-8660-46464DA3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Document element 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15DAB-ECFA-B2CC-3638-73458999D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defRPr sz="4200" b="0">
                <a:latin typeface="Verdana"/>
                <a:ea typeface="Verdana"/>
                <a:cs typeface="Verdana"/>
                <a:sym typeface="Verdana"/>
              </a:defRPr>
            </a:pPr>
            <a:r>
              <a:rPr lang="en-GB" sz="2400" dirty="0"/>
              <a:t>block elements – breaks line before and after elements. Fill all available width possible to set width height </a:t>
            </a:r>
            <a:r>
              <a:rPr lang="en-GB" sz="2400" dirty="0" err="1"/>
              <a:t>marign</a:t>
            </a:r>
            <a:r>
              <a:rPr lang="en-GB" sz="2400" dirty="0"/>
              <a:t> an</a:t>
            </a:r>
          </a:p>
          <a:p>
            <a:pPr>
              <a:defRPr sz="4200" b="0">
                <a:latin typeface="Verdana"/>
                <a:ea typeface="Verdana"/>
                <a:cs typeface="Verdana"/>
                <a:sym typeface="Verdana"/>
              </a:defRPr>
            </a:pPr>
            <a:r>
              <a:rPr lang="en-GB" sz="2400" dirty="0"/>
              <a:t>inline elements – Doesn’t break line before and after elements. Width and height is set by content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1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EF37D-8254-0E09-AC43-4459BB7F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Examples</a:t>
            </a:r>
            <a:endParaRPr lang="en-GE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1AC1B-3BA3-FD4F-834E-5035C4D62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B</a:t>
            </a:r>
            <a:r>
              <a:rPr lang="en-GE" sz="2400"/>
              <a:t>lock elements – div, ul (other list elements too),  p</a:t>
            </a:r>
          </a:p>
          <a:p>
            <a:pPr marL="0" indent="0">
              <a:buNone/>
            </a:pPr>
            <a:r>
              <a:rPr lang="en-GE" sz="2400"/>
              <a:t>Inline elements – a, span, strong, img</a:t>
            </a:r>
          </a:p>
        </p:txBody>
      </p:sp>
    </p:spTree>
    <p:extLst>
      <p:ext uri="{BB962C8B-B14F-4D97-AF65-F5344CB8AC3E}">
        <p14:creationId xmlns:p14="http://schemas.microsoft.com/office/powerpoint/2010/main" val="1013131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1153A-00F3-20C9-1B23-EFF3A4A7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Element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1CFD-81F2-3390-D10D-71E0421A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display: block;</a:t>
            </a:r>
          </a:p>
          <a:p>
            <a:pPr marL="0" indent="0">
              <a:buNone/>
            </a:pPr>
            <a:r>
              <a:rPr lang="en-GB" sz="2400"/>
              <a:t>display: inline;</a:t>
            </a:r>
          </a:p>
          <a:p>
            <a:pPr marL="0" indent="0">
              <a:buNone/>
            </a:pPr>
            <a:r>
              <a:rPr lang="en-GB" sz="2400"/>
              <a:t>display: inline-block;</a:t>
            </a:r>
          </a:p>
          <a:p>
            <a:pPr marL="0" indent="0">
              <a:buNone/>
            </a:pPr>
            <a:r>
              <a:rPr lang="en-GB" sz="2400"/>
              <a:t>display: none;</a:t>
            </a: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126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FB655-7966-FF77-EF72-A56CBCB8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941205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Box Model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0CB75EA-CFA5-F8E1-7FAA-81027E2A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232" y="4984740"/>
            <a:ext cx="10071536" cy="4483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/>
              <a:t>Box sizing: border-box vs content-box</a:t>
            </a:r>
          </a:p>
        </p:txBody>
      </p:sp>
      <p:pic>
        <p:nvPicPr>
          <p:cNvPr id="5" name="Content Placeholder 4" descr="A diagram of a rectangular object with text&#10;&#10;AI-generated content may be incorrect.">
            <a:extLst>
              <a:ext uri="{FF2B5EF4-FFF2-40B4-BE49-F238E27FC236}">
                <a16:creationId xmlns:a16="http://schemas.microsoft.com/office/drawing/2014/main" id="{ABE13B41-2694-F812-993A-66300C5CA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282" y="318044"/>
            <a:ext cx="6248401" cy="373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52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C9985-C30D-8DA8-A4DD-A6243E617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Element spacings: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60193-0B30-C880-DEF4-64E926E3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 dirty="0"/>
              <a:t>M</a:t>
            </a:r>
            <a:r>
              <a:rPr lang="en-GE" sz="1100" dirty="0"/>
              <a:t>argin: 1px 1px 1px 1px</a:t>
            </a:r>
          </a:p>
          <a:p>
            <a:pPr marL="0" indent="0">
              <a:buNone/>
            </a:pPr>
            <a:r>
              <a:rPr lang="en-GB" sz="1100" dirty="0"/>
              <a:t>M</a:t>
            </a:r>
            <a:r>
              <a:rPr lang="en-GE" sz="1100" dirty="0"/>
              <a:t>argin: 1px 1px 1px</a:t>
            </a:r>
          </a:p>
          <a:p>
            <a:pPr marL="0" indent="0">
              <a:buNone/>
            </a:pPr>
            <a:r>
              <a:rPr lang="en-GB" sz="1100" dirty="0"/>
              <a:t>M</a:t>
            </a:r>
            <a:r>
              <a:rPr lang="en-GE" sz="1100" dirty="0"/>
              <a:t>argin: 1px 1px</a:t>
            </a:r>
          </a:p>
          <a:p>
            <a:pPr marL="0" indent="0">
              <a:buNone/>
            </a:pPr>
            <a:r>
              <a:rPr lang="en-GB" sz="1100" dirty="0"/>
              <a:t>M</a:t>
            </a:r>
            <a:r>
              <a:rPr lang="en-GE" sz="1100" dirty="0"/>
              <a:t>argin: 1px</a:t>
            </a:r>
          </a:p>
          <a:p>
            <a:pPr marL="0" indent="0">
              <a:buNone/>
            </a:pPr>
            <a:endParaRPr lang="en-GE" sz="1100" dirty="0"/>
          </a:p>
          <a:p>
            <a:pPr marL="0" indent="0">
              <a:buNone/>
            </a:pPr>
            <a:r>
              <a:rPr lang="en-GB" sz="1100" dirty="0"/>
              <a:t>P</a:t>
            </a:r>
            <a:r>
              <a:rPr lang="en-GE" sz="1100" dirty="0"/>
              <a:t>adding: 1px 1px 1px 1px</a:t>
            </a:r>
          </a:p>
          <a:p>
            <a:pPr marL="0" indent="0">
              <a:buNone/>
            </a:pPr>
            <a:r>
              <a:rPr lang="en-GB" sz="1100" dirty="0"/>
              <a:t>P</a:t>
            </a:r>
            <a:r>
              <a:rPr lang="en-GE" sz="1100" dirty="0"/>
              <a:t>adding: 1px 1px 1px</a:t>
            </a:r>
          </a:p>
          <a:p>
            <a:pPr marL="0" indent="0">
              <a:buNone/>
            </a:pPr>
            <a:r>
              <a:rPr lang="en-GB" sz="1100" dirty="0"/>
              <a:t>P</a:t>
            </a:r>
            <a:r>
              <a:rPr lang="en-GE" sz="1100" dirty="0"/>
              <a:t>adding: 1px 1px</a:t>
            </a:r>
          </a:p>
          <a:p>
            <a:pPr marL="0" indent="0">
              <a:buNone/>
            </a:pPr>
            <a:r>
              <a:rPr lang="en-GB" sz="1100" dirty="0"/>
              <a:t>P</a:t>
            </a:r>
            <a:r>
              <a:rPr lang="en-GE" sz="1100" dirty="0"/>
              <a:t>adding: 1px</a:t>
            </a:r>
          </a:p>
          <a:p>
            <a:pPr marL="0" indent="0">
              <a:buNone/>
            </a:pPr>
            <a:endParaRPr lang="en-GE" sz="1100" dirty="0"/>
          </a:p>
          <a:p>
            <a:pPr marL="0" indent="0">
              <a:buNone/>
            </a:pPr>
            <a:r>
              <a:rPr lang="en-GB" sz="1100" dirty="0"/>
              <a:t>B</a:t>
            </a:r>
            <a:r>
              <a:rPr lang="en-GE" sz="1100" dirty="0"/>
              <a:t>order: 1px solid red</a:t>
            </a:r>
          </a:p>
          <a:p>
            <a:pPr marL="0" indent="0">
              <a:buNone/>
            </a:pPr>
            <a:endParaRPr lang="en-GE" sz="1100" dirty="0"/>
          </a:p>
        </p:txBody>
      </p:sp>
    </p:spTree>
    <p:extLst>
      <p:ext uri="{BB962C8B-B14F-4D97-AF65-F5344CB8AC3E}">
        <p14:creationId xmlns:p14="http://schemas.microsoft.com/office/powerpoint/2010/main" val="420774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614</Words>
  <Application>Microsoft Macintosh PowerPoint</Application>
  <PresentationFormat>Widescreen</PresentationFormat>
  <Paragraphs>146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CSS</vt:lpstr>
      <vt:lpstr>Syntax</vt:lpstr>
      <vt:lpstr>Usage</vt:lpstr>
      <vt:lpstr>Embedded styles</vt:lpstr>
      <vt:lpstr>Inline styles</vt:lpstr>
      <vt:lpstr>External file</vt:lpstr>
      <vt:lpstr>Selector types:</vt:lpstr>
      <vt:lpstr>Inheritance</vt:lpstr>
      <vt:lpstr>Inheritance example</vt:lpstr>
      <vt:lpstr>Inherited properties:</vt:lpstr>
      <vt:lpstr>Non inherited properties</vt:lpstr>
      <vt:lpstr>CSS Specificity: How Styles Are Applied</vt:lpstr>
      <vt:lpstr>DOM</vt:lpstr>
      <vt:lpstr>DOM – Document Object Model</vt:lpstr>
      <vt:lpstr>Document element types:</vt:lpstr>
      <vt:lpstr>Examples</vt:lpstr>
      <vt:lpstr>Element types</vt:lpstr>
      <vt:lpstr>Box Model</vt:lpstr>
      <vt:lpstr>Element spacings: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1</cp:revision>
  <dcterms:created xsi:type="dcterms:W3CDTF">2025-08-07T09:22:07Z</dcterms:created>
  <dcterms:modified xsi:type="dcterms:W3CDTF">2025-08-07T13:03:20Z</dcterms:modified>
</cp:coreProperties>
</file>