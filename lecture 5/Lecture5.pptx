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7" r:id="rId13"/>
    <p:sldId id="268" r:id="rId14"/>
    <p:sldId id="271" r:id="rId15"/>
    <p:sldId id="270" r:id="rId16"/>
    <p:sldId id="278" r:id="rId17"/>
    <p:sldId id="277" r:id="rId18"/>
    <p:sldId id="266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G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0B894-9A5B-DE6B-59A7-0F024F4630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37C155-C33A-7C0C-2106-922E966F8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33789-B3BB-B0E9-B9FF-0C87C4975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BD662-AF6C-9848-B202-DFE4ACCE8B7F}" type="datetimeFigureOut">
              <a:rPr lang="en-GE" smtClean="0"/>
              <a:t>09.08.25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95F35-1952-EFAF-6EBA-DEE362A66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1B57C-6D8F-D51D-0E45-95B9C88B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6FE86-8937-0D43-9D9A-9DAC0BED9F11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4110693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DD81C-20D4-4C74-E805-11C9C5E99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6986B-BBF1-2E38-AE9F-6EA64681B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1824-DA24-2F79-F7C2-25DFC82D6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BD662-AF6C-9848-B202-DFE4ACCE8B7F}" type="datetimeFigureOut">
              <a:rPr lang="en-GE" smtClean="0"/>
              <a:t>09.08.25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D7BC3-322E-BD9B-CEFA-55705356F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5C333-A546-011F-52B9-7ABB562B4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6FE86-8937-0D43-9D9A-9DAC0BED9F11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12597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F4855-ED23-F159-C804-F28F49658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2D53A-B9D8-E53E-33DC-515EB4DCE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FE89E-BFF7-A3A0-E120-82DFD8BBE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BD662-AF6C-9848-B202-DFE4ACCE8B7F}" type="datetimeFigureOut">
              <a:rPr lang="en-GE" smtClean="0"/>
              <a:t>09.08.25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9D380-F728-02A9-B53E-C316DC77C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F7604-A122-C350-F709-7CA6C3AF6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6FE86-8937-0D43-9D9A-9DAC0BED9F11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577161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8C17B-BA73-EE4A-148C-BE822CB14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541A9-EA58-56D1-F83E-75302B4A16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4AE6D1-8361-5E23-5A9E-DE151B3BE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6EDB16-AE6B-4199-BD2E-D77A488DE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BD662-AF6C-9848-B202-DFE4ACCE8B7F}" type="datetimeFigureOut">
              <a:rPr lang="en-GE" smtClean="0"/>
              <a:t>09.08.25</a:t>
            </a:fld>
            <a:endParaRPr lang="en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98215F-445C-6C81-F007-C904E18E3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A2602-DB5E-6F7E-D175-31BAFA6D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6FE86-8937-0D43-9D9A-9DAC0BED9F11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4150656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B2BE3-6D22-C800-F4AC-529698BB3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59ED6-F513-F1A0-33BF-FF2A01B79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BF41F-F026-ACBC-F82D-FF295D88D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4E8A77-AE88-8DFE-DFE0-BFC16310A3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D84799-D075-652C-9732-384F70B87F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153124-32FA-AE8B-97CA-98A4DAD94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BD662-AF6C-9848-B202-DFE4ACCE8B7F}" type="datetimeFigureOut">
              <a:rPr lang="en-GE" smtClean="0"/>
              <a:t>09.08.25</a:t>
            </a:fld>
            <a:endParaRPr lang="en-G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054493-ACBA-9A17-6114-15193D7C8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A8EF25-771C-2D1B-23F0-FF1BBFC0A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6FE86-8937-0D43-9D9A-9DAC0BED9F11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988735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3F9EC-1AEF-08C9-2A84-CC2FBDC91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EC4DF9-5559-A3ED-108F-E0A8DDE02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BD662-AF6C-9848-B202-DFE4ACCE8B7F}" type="datetimeFigureOut">
              <a:rPr lang="en-GE" smtClean="0"/>
              <a:t>09.08.25</a:t>
            </a:fld>
            <a:endParaRPr lang="en-G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8C3AA2-29BF-4771-F8EA-94342DB83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53EE8-5558-33FB-30A4-A575AE551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6FE86-8937-0D43-9D9A-9DAC0BED9F11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1808196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0F1C74-3983-6C2C-DB3E-A1FBB5E67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BD662-AF6C-9848-B202-DFE4ACCE8B7F}" type="datetimeFigureOut">
              <a:rPr lang="en-GE" smtClean="0"/>
              <a:t>09.08.25</a:t>
            </a:fld>
            <a:endParaRPr lang="en-G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E88D03-8D11-4EB6-A51E-893618CC6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0B5D0-285B-CC7D-3C9A-6527B33DD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6FE86-8937-0D43-9D9A-9DAC0BED9F11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3767064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5954E-2642-F75C-B4E2-229C2D34D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723FB-F37D-9945-54BD-C9A7B138B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9DDD02-6460-F579-8865-4A80E461D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EFFB5-3B22-C8D2-D271-193C6EBAC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BD662-AF6C-9848-B202-DFE4ACCE8B7F}" type="datetimeFigureOut">
              <a:rPr lang="en-GE" smtClean="0"/>
              <a:t>09.08.25</a:t>
            </a:fld>
            <a:endParaRPr lang="en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20F7E-C0E1-9F1B-D28B-C9E07C29B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D52766-F825-2AD8-C59E-138B44EEB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6FE86-8937-0D43-9D9A-9DAC0BED9F11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1723177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B9924-6AD2-F21B-E3D5-380A006D5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6BCDC6-4215-66C4-9B11-7A49C934B5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337A7E-A93D-23B2-9111-8F5A80B8E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C96065-1EA4-1745-A252-30091961B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BD662-AF6C-9848-B202-DFE4ACCE8B7F}" type="datetimeFigureOut">
              <a:rPr lang="en-GE" smtClean="0"/>
              <a:t>09.08.25</a:t>
            </a:fld>
            <a:endParaRPr lang="en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5432AE-E7BE-F1ED-882B-B04342007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095F53-D3F3-ADAC-601D-77D7AF49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6FE86-8937-0D43-9D9A-9DAC0BED9F11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3660864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8097B-263F-3F7C-E153-D64DD159A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2483B-B693-23A4-E941-131277369F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DA087-63AB-E655-332E-9E444B25A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BD662-AF6C-9848-B202-DFE4ACCE8B7F}" type="datetimeFigureOut">
              <a:rPr lang="en-GE" smtClean="0"/>
              <a:t>09.08.25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197EA-656C-1884-63ED-FBB06DAB2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62745-66AA-B586-C41F-ED9678C87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6FE86-8937-0D43-9D9A-9DAC0BED9F11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2079205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49F37F-5065-3934-D7B2-DD0797A17E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93E8FF-0050-84E4-87E3-7847ADD5E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8E63C-7FB3-15A1-984F-BF6917F54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BD662-AF6C-9848-B202-DFE4ACCE8B7F}" type="datetimeFigureOut">
              <a:rPr lang="en-GE" smtClean="0"/>
              <a:t>09.08.25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A87FD-C181-D175-02AD-867724946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87FBA-18C5-637E-B86A-6880409F3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6FE86-8937-0D43-9D9A-9DAC0BED9F11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2880737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56402D-CEB8-4F20-2B05-5EA25B2A6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6113B-8D9B-7254-8405-C83721301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70B2D-8DF7-8D3F-519C-F3111C86DF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CBD662-AF6C-9848-B202-DFE4ACCE8B7F}" type="datetimeFigureOut">
              <a:rPr lang="en-GE" smtClean="0"/>
              <a:t>09.08.25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31E6E-5538-9141-E550-BD21C1EA3C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42A54-A453-AC8A-1B5B-3A5407301C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B6FE86-8937-0D43-9D9A-9DAC0BED9F11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189958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3A66FB-2A80-53F8-5D62-41243BDA7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GE" sz="7200"/>
              <a:t>Element position: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365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CB9F13-7134-0658-4D2E-DA0384CA7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E" sz="5400"/>
              <a:t>Position values: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D436C-767D-AE41-69C3-05DAFF298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E" sz="2000"/>
              <a:t>position: </a:t>
            </a:r>
          </a:p>
          <a:p>
            <a:pPr marL="0" indent="0">
              <a:buNone/>
            </a:pPr>
            <a:r>
              <a:rPr lang="en-GB" sz="2000"/>
              <a:t>R</a:t>
            </a:r>
            <a:r>
              <a:rPr lang="en-GE" sz="2000"/>
              <a:t>elative,</a:t>
            </a:r>
          </a:p>
          <a:p>
            <a:pPr marL="0" indent="0">
              <a:buNone/>
            </a:pPr>
            <a:r>
              <a:rPr lang="en-GB" sz="2000"/>
              <a:t>A</a:t>
            </a:r>
            <a:r>
              <a:rPr lang="en-GE" sz="2000"/>
              <a:t>bsolute,</a:t>
            </a:r>
          </a:p>
          <a:p>
            <a:pPr marL="0" indent="0">
              <a:buNone/>
            </a:pPr>
            <a:r>
              <a:rPr lang="en-GB" sz="2000"/>
              <a:t>S</a:t>
            </a:r>
            <a:r>
              <a:rPr lang="en-GE" sz="2000"/>
              <a:t>tatic,</a:t>
            </a:r>
          </a:p>
          <a:p>
            <a:pPr marL="0" indent="0">
              <a:buNone/>
            </a:pPr>
            <a:r>
              <a:rPr lang="en-GB" sz="2000"/>
              <a:t>F</a:t>
            </a:r>
            <a:r>
              <a:rPr lang="en-GE" sz="2000"/>
              <a:t>ixed</a:t>
            </a:r>
          </a:p>
          <a:p>
            <a:pPr marL="0" indent="0">
              <a:buNone/>
            </a:pPr>
            <a:r>
              <a:rPr lang="en-GB" sz="2000"/>
              <a:t>S</a:t>
            </a:r>
            <a:r>
              <a:rPr lang="en-GE" sz="2000"/>
              <a:t>ticky</a:t>
            </a:r>
          </a:p>
        </p:txBody>
      </p:sp>
    </p:spTree>
    <p:extLst>
      <p:ext uri="{BB962C8B-B14F-4D97-AF65-F5344CB8AC3E}">
        <p14:creationId xmlns:p14="http://schemas.microsoft.com/office/powerpoint/2010/main" val="60289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896C7C-1274-3DBC-6124-9D588CC96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E" sz="4600"/>
              <a:t>Properties working with specific 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BC443-D277-0CF9-974B-F0DA8D439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Top</a:t>
            </a:r>
          </a:p>
          <a:p>
            <a:pPr marL="0" indent="0">
              <a:buNone/>
            </a:pPr>
            <a:r>
              <a:rPr lang="en-GB" sz="2000"/>
              <a:t>Left</a:t>
            </a:r>
          </a:p>
          <a:p>
            <a:pPr marL="0" indent="0">
              <a:buNone/>
            </a:pPr>
            <a:r>
              <a:rPr lang="en-GB" sz="2000"/>
              <a:t>Bottom</a:t>
            </a:r>
          </a:p>
          <a:p>
            <a:pPr marL="0" indent="0">
              <a:buNone/>
            </a:pPr>
            <a:r>
              <a:rPr lang="en-GB" sz="2000"/>
              <a:t>Right</a:t>
            </a:r>
          </a:p>
          <a:p>
            <a:pPr marL="0" indent="0">
              <a:buNone/>
            </a:pPr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1475897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5CB46E-E02F-7881-3AA8-B743EB993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E" sz="5400"/>
              <a:t>The importance of z-index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61989-6F7C-3C0C-A97D-AF9EBA87E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z-index – infinity to + infinity</a:t>
            </a:r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2240282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9A3725-23D0-ACAE-C718-72FF5F308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Old school layout management: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5F911-4663-7973-87D8-5F690FB05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/>
              <a:t>F</a:t>
            </a:r>
            <a:r>
              <a:rPr lang="en-GE" sz="2400"/>
              <a:t>loat: left</a:t>
            </a:r>
          </a:p>
          <a:p>
            <a:pPr marL="0" indent="0">
              <a:buNone/>
            </a:pPr>
            <a:r>
              <a:rPr lang="en-GB" sz="2400"/>
              <a:t>F</a:t>
            </a:r>
            <a:r>
              <a:rPr lang="en-GE" sz="2400"/>
              <a:t>loat: right</a:t>
            </a:r>
          </a:p>
          <a:p>
            <a:pPr marL="0" indent="0">
              <a:buNone/>
            </a:pPr>
            <a:r>
              <a:rPr lang="en-GE" sz="2400"/>
              <a:t>Float: inherit</a:t>
            </a:r>
          </a:p>
          <a:p>
            <a:pPr marL="0" indent="0">
              <a:buNone/>
            </a:pPr>
            <a:r>
              <a:rPr lang="en-GE" sz="2400"/>
              <a:t>Float: none</a:t>
            </a:r>
          </a:p>
          <a:p>
            <a:pPr marL="0" indent="0">
              <a:buNone/>
            </a:pPr>
            <a:endParaRPr lang="en-GE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0554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6A99E-DD97-D886-4B8B-469DE630F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E" sz="5400"/>
              <a:t>Clear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97787-F495-9B85-69E8-CDF569679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C</a:t>
            </a:r>
            <a:r>
              <a:rPr lang="en-GE" sz="2000"/>
              <a:t>lear: left</a:t>
            </a:r>
          </a:p>
          <a:p>
            <a:pPr marL="0" indent="0">
              <a:buNone/>
            </a:pPr>
            <a:r>
              <a:rPr lang="en-GB" sz="2000"/>
              <a:t>C</a:t>
            </a:r>
            <a:r>
              <a:rPr lang="en-GE" sz="2000"/>
              <a:t>lear: right</a:t>
            </a:r>
          </a:p>
          <a:p>
            <a:pPr marL="0" indent="0">
              <a:buNone/>
            </a:pPr>
            <a:r>
              <a:rPr lang="en-GE" sz="2000"/>
              <a:t>Clear: both</a:t>
            </a:r>
          </a:p>
          <a:p>
            <a:pPr marL="0" indent="0">
              <a:buNone/>
            </a:pPr>
            <a:r>
              <a:rPr lang="en-GE" sz="2000"/>
              <a:t>Clear: none</a:t>
            </a:r>
          </a:p>
        </p:txBody>
      </p:sp>
    </p:spTree>
    <p:extLst>
      <p:ext uri="{BB962C8B-B14F-4D97-AF65-F5344CB8AC3E}">
        <p14:creationId xmlns:p14="http://schemas.microsoft.com/office/powerpoint/2010/main" val="474446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9C268B-4425-D31F-9201-98B4E7818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Flexbox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5C7F5-534C-B635-D83F-B78800FFE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E" sz="2400"/>
              <a:t>Modern approach for creating layouts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410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4A63AE-0C19-79CC-737C-B3A7CCFE5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n-GE" sz="4800"/>
              <a:t>Basic overview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computer keyboard&#10;&#10;AI-generated content may be incorrect.">
            <a:extLst>
              <a:ext uri="{FF2B5EF4-FFF2-40B4-BE49-F238E27FC236}">
                <a16:creationId xmlns:a16="http://schemas.microsoft.com/office/drawing/2014/main" id="{A33C6E8D-DD9B-E00B-4C18-D03914E29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620" y="2984778"/>
            <a:ext cx="7742586" cy="318599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14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38ADD0-4DD3-037C-2270-8E2738FA4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Creating flexbox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4E898-5D0A-FD2D-318E-24C112C9F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E" sz="2400" dirty="0"/>
              <a:t>Display: flex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392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546F3B-0503-082C-43F2-2D692D8F6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Flebox items: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F6DA-F009-9C7A-6DE0-59A7BF029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E" sz="2400" dirty="0"/>
              <a:t>Flex container</a:t>
            </a:r>
          </a:p>
          <a:p>
            <a:pPr marL="0" indent="0">
              <a:buNone/>
            </a:pPr>
            <a:r>
              <a:rPr lang="en-GE" sz="2400" dirty="0"/>
              <a:t>Flex item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615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50B363-7FC2-132A-F2A5-35AE325D6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magic of flexbox container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810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8F08E-FCFB-F08F-D60C-267E1A872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Justify content on main-axis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998BA-015A-56E2-D32E-EBE769C7F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/>
              <a:t>justify-content: flex-start;</a:t>
            </a:r>
          </a:p>
          <a:p>
            <a:pPr marL="0" indent="0">
              <a:buNone/>
            </a:pPr>
            <a:r>
              <a:rPr lang="en-GB" sz="2400"/>
              <a:t>justify-content: flex-end;</a:t>
            </a:r>
          </a:p>
          <a:p>
            <a:pPr marL="0" indent="0">
              <a:buNone/>
            </a:pPr>
            <a:r>
              <a:rPr lang="en-GB" sz="2400"/>
              <a:t>justify-content: center;</a:t>
            </a:r>
          </a:p>
          <a:p>
            <a:pPr marL="0" indent="0">
              <a:buNone/>
            </a:pPr>
            <a:r>
              <a:rPr lang="en-GB" sz="2400"/>
              <a:t>justify-content: space-between;</a:t>
            </a:r>
          </a:p>
          <a:p>
            <a:pPr marL="0" indent="0">
              <a:buNone/>
            </a:pPr>
            <a:r>
              <a:rPr lang="en-GB" sz="2400"/>
              <a:t>justify-content: space-around;</a:t>
            </a:r>
          </a:p>
          <a:p>
            <a:pPr marL="0" indent="0">
              <a:buNone/>
            </a:pPr>
            <a:r>
              <a:rPr lang="en-GB" sz="2400"/>
              <a:t>justify-content: space-evenly;</a:t>
            </a:r>
          </a:p>
          <a:p>
            <a:pPr marL="0" indent="0">
              <a:buNone/>
            </a:pPr>
            <a:endParaRPr lang="en-GE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0910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E7BCC2-6688-3C35-A853-802878988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Align items on cross-axis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5480B-3A2F-4E46-0F82-A284A7E0C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 dirty="0"/>
              <a:t>align-items: stretch;</a:t>
            </a:r>
          </a:p>
          <a:p>
            <a:pPr marL="0" indent="0">
              <a:buNone/>
            </a:pPr>
            <a:r>
              <a:rPr lang="en-GB" sz="2400" dirty="0"/>
              <a:t>align-items: flex-start;</a:t>
            </a:r>
          </a:p>
          <a:p>
            <a:pPr marL="0" indent="0">
              <a:buNone/>
            </a:pPr>
            <a:r>
              <a:rPr lang="en-GB" sz="2400" dirty="0"/>
              <a:t>align-items: flex-end;</a:t>
            </a:r>
          </a:p>
          <a:p>
            <a:pPr marL="0" indent="0">
              <a:buNone/>
            </a:pPr>
            <a:r>
              <a:rPr lang="en-GB" sz="2400" dirty="0"/>
              <a:t>align-items: </a:t>
            </a:r>
            <a:r>
              <a:rPr lang="en-GB" sz="2400" dirty="0" err="1"/>
              <a:t>center</a:t>
            </a:r>
            <a:r>
              <a:rPr lang="en-GB" sz="2400" dirty="0"/>
              <a:t>;</a:t>
            </a:r>
          </a:p>
          <a:p>
            <a:pPr marL="0" indent="0">
              <a:buNone/>
            </a:pPr>
            <a:r>
              <a:rPr lang="en-GB" sz="2400" dirty="0"/>
              <a:t>align-items: baseline;</a:t>
            </a:r>
            <a:endParaRPr lang="en-GE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822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3519B1-E5D8-C240-432C-805239122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Align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62EBD-11A5-60BB-C322-0B1839E63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200" dirty="0"/>
              <a:t>align-content: stretch;</a:t>
            </a:r>
          </a:p>
          <a:p>
            <a:pPr marL="0" indent="0">
              <a:buNone/>
            </a:pPr>
            <a:r>
              <a:rPr lang="en-GB" sz="2200" dirty="0"/>
              <a:t>align-content: flex-start;</a:t>
            </a:r>
          </a:p>
          <a:p>
            <a:pPr marL="0" indent="0">
              <a:buNone/>
            </a:pPr>
            <a:r>
              <a:rPr lang="en-GB" sz="2200" dirty="0"/>
              <a:t>align-content: flex-end;</a:t>
            </a:r>
          </a:p>
          <a:p>
            <a:pPr marL="0" indent="0">
              <a:buNone/>
            </a:pPr>
            <a:r>
              <a:rPr lang="en-GB" sz="2200" dirty="0"/>
              <a:t>align-content: </a:t>
            </a:r>
            <a:r>
              <a:rPr lang="en-GB" sz="2200" dirty="0" err="1"/>
              <a:t>center</a:t>
            </a:r>
            <a:r>
              <a:rPr lang="en-GB" sz="2200" dirty="0"/>
              <a:t>;</a:t>
            </a:r>
          </a:p>
          <a:p>
            <a:pPr marL="0" indent="0">
              <a:buNone/>
            </a:pPr>
            <a:r>
              <a:rPr lang="en-GB" sz="2200" dirty="0"/>
              <a:t>align-content: space-between;</a:t>
            </a:r>
          </a:p>
          <a:p>
            <a:pPr marL="0" indent="0">
              <a:buNone/>
            </a:pPr>
            <a:r>
              <a:rPr lang="en-GB" sz="2200" dirty="0"/>
              <a:t>align-content: space-around;</a:t>
            </a:r>
          </a:p>
          <a:p>
            <a:pPr marL="0" indent="0">
              <a:buNone/>
            </a:pPr>
            <a:r>
              <a:rPr lang="en-GB" sz="2200" dirty="0"/>
              <a:t>align-content: space-evenly;</a:t>
            </a:r>
            <a:endParaRPr lang="en-GE" sz="22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9063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C95890-0218-A7AC-0AA6-5D6327FA3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/>
              <a:t>F</a:t>
            </a:r>
            <a:r>
              <a:rPr lang="en-GE" sz="4800"/>
              <a:t>lex wrap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798FD-1718-AC92-3747-6E5C23C7A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 dirty="0"/>
              <a:t>F</a:t>
            </a:r>
            <a:r>
              <a:rPr lang="en-GE" sz="2400" dirty="0"/>
              <a:t>lex-wrap: wrap</a:t>
            </a:r>
          </a:p>
          <a:p>
            <a:pPr marL="0" indent="0">
              <a:buNone/>
            </a:pPr>
            <a:r>
              <a:rPr lang="en-GB" sz="2400" dirty="0"/>
              <a:t>F</a:t>
            </a:r>
            <a:r>
              <a:rPr lang="en-GE" sz="2400" dirty="0"/>
              <a:t>lex-wrap: nowrap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491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18BAD4-7979-1EF6-8A03-AD17C320D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/>
              <a:t>F</a:t>
            </a:r>
            <a:r>
              <a:rPr lang="en-GE" sz="4800"/>
              <a:t>lex-direction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28094-6733-E177-98B1-CA730E9EE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 dirty="0"/>
              <a:t>F</a:t>
            </a:r>
            <a:r>
              <a:rPr lang="en-GE" sz="2400" dirty="0"/>
              <a:t>lex-direction: row;</a:t>
            </a:r>
          </a:p>
          <a:p>
            <a:pPr marL="0" indent="0">
              <a:buNone/>
            </a:pPr>
            <a:r>
              <a:rPr lang="en-GB" sz="2400" dirty="0"/>
              <a:t>F</a:t>
            </a:r>
            <a:r>
              <a:rPr lang="en-GE" sz="2400" dirty="0"/>
              <a:t>lex-direction: column;</a:t>
            </a:r>
          </a:p>
          <a:p>
            <a:pPr marL="0" indent="0">
              <a:buNone/>
            </a:pPr>
            <a:r>
              <a:rPr lang="en-GB" sz="2400" dirty="0"/>
              <a:t>F</a:t>
            </a:r>
            <a:r>
              <a:rPr lang="en-GE" sz="2400" dirty="0"/>
              <a:t>lex-direction: row-reverse;</a:t>
            </a:r>
          </a:p>
          <a:p>
            <a:pPr marL="0" indent="0">
              <a:buNone/>
            </a:pPr>
            <a:r>
              <a:rPr lang="en-GB" sz="2400" dirty="0"/>
              <a:t>F</a:t>
            </a:r>
            <a:r>
              <a:rPr lang="en-GE" sz="2400" dirty="0"/>
              <a:t>lex-direction: column-reverse;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9257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0D532D-1175-631D-ED02-3EDC91C40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Gap</a:t>
            </a:r>
            <a:endParaRPr lang="en-GE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20218-42C4-D699-EB21-12C43DB18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/>
              <a:t>G</a:t>
            </a:r>
            <a:r>
              <a:rPr lang="en-GE" sz="2400"/>
              <a:t>ap: 10px;</a:t>
            </a:r>
          </a:p>
          <a:p>
            <a:pPr marL="0" indent="0">
              <a:buNone/>
            </a:pPr>
            <a:r>
              <a:rPr lang="en-GB" sz="2400"/>
              <a:t>C</a:t>
            </a:r>
            <a:r>
              <a:rPr lang="en-GE" sz="2400"/>
              <a:t>olumn-gap: 10px;</a:t>
            </a:r>
          </a:p>
          <a:p>
            <a:pPr marL="0" indent="0">
              <a:buNone/>
            </a:pPr>
            <a:r>
              <a:rPr lang="en-GB" sz="2400"/>
              <a:t>R</a:t>
            </a:r>
            <a:r>
              <a:rPr lang="en-GE" sz="2400"/>
              <a:t>ow-gap: 10px;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829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48A62-4C33-95D7-744A-77BDE5970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magic of flexbox items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975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907D63-EA70-3109-C3C6-4DE4F25EE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 dirty="0"/>
              <a:t>O</a:t>
            </a:r>
            <a:r>
              <a:rPr lang="en-GE" sz="4800" dirty="0"/>
              <a:t>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95595-7537-B831-5280-0FEB91CF5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/>
              <a:t>O</a:t>
            </a:r>
            <a:r>
              <a:rPr lang="en-GE" sz="2400"/>
              <a:t>rder  from –infinity to +infinity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717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10B77F-6196-59FE-9B2E-99723B698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/>
              <a:t>F</a:t>
            </a:r>
            <a:r>
              <a:rPr lang="en-GE" sz="4800"/>
              <a:t>lex basis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A09F1-71CD-6D01-9A4B-B63A13867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100"/>
              <a:t>flex-basis: auto;</a:t>
            </a:r>
          </a:p>
          <a:p>
            <a:pPr marL="0" indent="0">
              <a:buNone/>
            </a:pPr>
            <a:r>
              <a:rPr lang="en-GB" sz="1100"/>
              <a:t>flex-basis: 0;</a:t>
            </a:r>
          </a:p>
          <a:p>
            <a:pPr marL="0" indent="0">
              <a:buNone/>
            </a:pPr>
            <a:r>
              <a:rPr lang="en-GB" sz="1100"/>
              <a:t>flex-basis: 0%;</a:t>
            </a:r>
          </a:p>
          <a:p>
            <a:pPr marL="0" indent="0">
              <a:buNone/>
            </a:pPr>
            <a:r>
              <a:rPr lang="en-GB" sz="1100"/>
              <a:t>flex-basis: 100%;</a:t>
            </a:r>
          </a:p>
          <a:p>
            <a:pPr marL="0" indent="0">
              <a:buNone/>
            </a:pPr>
            <a:r>
              <a:rPr lang="en-GB" sz="1100"/>
              <a:t>flex-basis: 50%;</a:t>
            </a:r>
          </a:p>
          <a:p>
            <a:pPr marL="0" indent="0">
              <a:buNone/>
            </a:pPr>
            <a:r>
              <a:rPr lang="en-GB" sz="1100"/>
              <a:t>flex-basis: 200px;</a:t>
            </a:r>
          </a:p>
          <a:p>
            <a:pPr marL="0" indent="0">
              <a:buNone/>
            </a:pPr>
            <a:r>
              <a:rPr lang="en-GB" sz="1100"/>
              <a:t>flex-basis: 10em;</a:t>
            </a:r>
          </a:p>
          <a:p>
            <a:pPr marL="0" indent="0">
              <a:buNone/>
            </a:pPr>
            <a:r>
              <a:rPr lang="en-GB" sz="1100"/>
              <a:t>flex-basis: 10rem;</a:t>
            </a:r>
          </a:p>
          <a:p>
            <a:pPr marL="0" indent="0">
              <a:buNone/>
            </a:pPr>
            <a:r>
              <a:rPr lang="en-GB" sz="1100"/>
              <a:t>flex-basis: max-content;</a:t>
            </a:r>
          </a:p>
          <a:p>
            <a:pPr marL="0" indent="0">
              <a:buNone/>
            </a:pPr>
            <a:r>
              <a:rPr lang="en-GB" sz="1100"/>
              <a:t>flex-basis: min-content;</a:t>
            </a:r>
          </a:p>
          <a:p>
            <a:pPr marL="0" indent="0">
              <a:buNone/>
            </a:pPr>
            <a:r>
              <a:rPr lang="en-GB" sz="1100"/>
              <a:t>flex-basis: fit-content;</a:t>
            </a:r>
            <a:endParaRPr lang="en-GE" sz="11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339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14502-71DB-1D80-8E1E-89AE5F12F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E" sz="5400"/>
              <a:t>Flex grow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02F4D-5708-3420-8560-5543D34A2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/>
              <a:t>flex-grow: 0;</a:t>
            </a:r>
          </a:p>
          <a:p>
            <a:pPr marL="0" indent="0">
              <a:buNone/>
            </a:pPr>
            <a:r>
              <a:rPr lang="en-GB" sz="2400"/>
              <a:t>flex-grow: 1;</a:t>
            </a:r>
          </a:p>
          <a:p>
            <a:pPr marL="0" indent="0">
              <a:buNone/>
            </a:pPr>
            <a:r>
              <a:rPr lang="en-GB" sz="2400"/>
              <a:t>flex-grow: 2;</a:t>
            </a:r>
          </a:p>
          <a:p>
            <a:pPr marL="0" indent="0">
              <a:buNone/>
            </a:pPr>
            <a:r>
              <a:rPr lang="en-GB" sz="2400"/>
              <a:t>flex-grow: 3;</a:t>
            </a:r>
          </a:p>
          <a:p>
            <a:pPr marL="0" indent="0">
              <a:buNone/>
            </a:pPr>
            <a:r>
              <a:rPr lang="en-GB" sz="2400"/>
              <a:t>flex-grow: 10;</a:t>
            </a:r>
            <a:endParaRPr lang="en-GE" sz="2400"/>
          </a:p>
        </p:txBody>
      </p:sp>
    </p:spTree>
    <p:extLst>
      <p:ext uri="{BB962C8B-B14F-4D97-AF65-F5344CB8AC3E}">
        <p14:creationId xmlns:p14="http://schemas.microsoft.com/office/powerpoint/2010/main" val="8890106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B91786-C63C-726C-822D-1F64A13F7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Flex shrink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ADE4E-DE81-BF3A-80EF-BCA0C2322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/>
              <a:t>flex-shrink: 0;</a:t>
            </a:r>
          </a:p>
          <a:p>
            <a:pPr marL="0" indent="0">
              <a:buNone/>
            </a:pPr>
            <a:r>
              <a:rPr lang="en-GB" sz="2400"/>
              <a:t>flex-shrink: 1;</a:t>
            </a:r>
          </a:p>
          <a:p>
            <a:pPr marL="0" indent="0">
              <a:buNone/>
            </a:pPr>
            <a:r>
              <a:rPr lang="en-GB" sz="2400"/>
              <a:t>flex-shrink: 2;</a:t>
            </a:r>
          </a:p>
          <a:p>
            <a:pPr marL="0" indent="0">
              <a:buNone/>
            </a:pPr>
            <a:r>
              <a:rPr lang="en-GB" sz="2400"/>
              <a:t>flex-shrink: 3;</a:t>
            </a:r>
          </a:p>
          <a:p>
            <a:pPr marL="0" indent="0">
              <a:buNone/>
            </a:pPr>
            <a:r>
              <a:rPr lang="en-GB" sz="2400"/>
              <a:t>flex-shrink: 10;</a:t>
            </a:r>
            <a:endParaRPr lang="en-GE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66075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C1721B-97C8-7335-BC82-E53E26A16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E" sz="5400"/>
              <a:t>Flex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50C9F-A192-A95E-BD25-F1BA88E32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E" sz="2000"/>
              <a:t>Flex: grow shrink basis ( shorthand )</a:t>
            </a:r>
          </a:p>
        </p:txBody>
      </p:sp>
    </p:spTree>
    <p:extLst>
      <p:ext uri="{BB962C8B-B14F-4D97-AF65-F5344CB8AC3E}">
        <p14:creationId xmlns:p14="http://schemas.microsoft.com/office/powerpoint/2010/main" val="3076417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348</Words>
  <Application>Microsoft Macintosh PowerPoint</Application>
  <PresentationFormat>Widescreen</PresentationFormat>
  <Paragraphs>96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Element position:</vt:lpstr>
      <vt:lpstr>Position values:</vt:lpstr>
      <vt:lpstr>Properties working with specific position</vt:lpstr>
      <vt:lpstr>The importance of z-index</vt:lpstr>
      <vt:lpstr>Old school layout management:</vt:lpstr>
      <vt:lpstr>Clear property</vt:lpstr>
      <vt:lpstr>Flexbox</vt:lpstr>
      <vt:lpstr>Basic overview</vt:lpstr>
      <vt:lpstr>Creating flexbox layout</vt:lpstr>
      <vt:lpstr>Flebox items:</vt:lpstr>
      <vt:lpstr>The magic of flexbox container</vt:lpstr>
      <vt:lpstr>Justify content on main-axis</vt:lpstr>
      <vt:lpstr>Align items on cross-axis</vt:lpstr>
      <vt:lpstr>Align content</vt:lpstr>
      <vt:lpstr>Flex wrap</vt:lpstr>
      <vt:lpstr>Flex-direction</vt:lpstr>
      <vt:lpstr>Gap</vt:lpstr>
      <vt:lpstr>The magic of flexbox items</vt:lpstr>
      <vt:lpstr>Order</vt:lpstr>
      <vt:lpstr>Flex basis</vt:lpstr>
      <vt:lpstr>Flex grow</vt:lpstr>
      <vt:lpstr>Flex shrink</vt:lpstr>
      <vt:lpstr>Flex property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 Bibiluri</dc:creator>
  <cp:lastModifiedBy>Giorgi Bibiluri</cp:lastModifiedBy>
  <cp:revision>2</cp:revision>
  <dcterms:created xsi:type="dcterms:W3CDTF">2025-08-08T19:08:36Z</dcterms:created>
  <dcterms:modified xsi:type="dcterms:W3CDTF">2025-08-08T20:59:57Z</dcterms:modified>
</cp:coreProperties>
</file>