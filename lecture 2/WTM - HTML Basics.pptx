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G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68"/>
    <p:restoredTop sz="94656"/>
  </p:normalViewPr>
  <p:slideViewPr>
    <p:cSldViewPr snapToGrid="0">
      <p:cViewPr varScale="1">
        <p:scale>
          <a:sx n="140" d="100"/>
          <a:sy n="140" d="100"/>
        </p:scale>
        <p:origin x="56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430300-8176-4EDF-ABCD-2A13DB4E9C2D}" type="doc">
      <dgm:prSet loTypeId="urn:microsoft.com/office/officeart/2018/5/layout/IconLeafLabelList" loCatId="icon" qsTypeId="urn:microsoft.com/office/officeart/2005/8/quickstyle/simple1" qsCatId="simple" csTypeId="urn:microsoft.com/office/officeart/2018/5/colors/Iconchunking_neutralbg_accent2_2" csCatId="accent2" phldr="1"/>
      <dgm:spPr/>
      <dgm:t>
        <a:bodyPr/>
        <a:lstStyle/>
        <a:p>
          <a:endParaRPr lang="en-US"/>
        </a:p>
      </dgm:t>
    </dgm:pt>
    <dgm:pt modelId="{560AD617-4098-4C1F-B052-E11E1D0447CD}">
      <dgm:prSet/>
      <dgm:spPr/>
      <dgm:t>
        <a:bodyPr/>
        <a:lstStyle/>
        <a:p>
          <a:pPr>
            <a:defRPr cap="all"/>
          </a:pPr>
          <a:r>
            <a:rPr lang="en-US"/>
            <a:t>Tags</a:t>
          </a:r>
        </a:p>
      </dgm:t>
    </dgm:pt>
    <dgm:pt modelId="{2D7EB4F1-3E45-452D-8FA1-8299666A38B1}" type="parTrans" cxnId="{9E25DB50-C9E1-4E16-BA31-B593A1003975}">
      <dgm:prSet/>
      <dgm:spPr/>
      <dgm:t>
        <a:bodyPr/>
        <a:lstStyle/>
        <a:p>
          <a:endParaRPr lang="en-US"/>
        </a:p>
      </dgm:t>
    </dgm:pt>
    <dgm:pt modelId="{BFE87083-113F-420F-8B3B-267A36324A6D}" type="sibTrans" cxnId="{9E25DB50-C9E1-4E16-BA31-B593A1003975}">
      <dgm:prSet/>
      <dgm:spPr/>
      <dgm:t>
        <a:bodyPr/>
        <a:lstStyle/>
        <a:p>
          <a:endParaRPr lang="en-US"/>
        </a:p>
      </dgm:t>
    </dgm:pt>
    <dgm:pt modelId="{CB4C8F20-78F1-4DB2-A599-C57F9B160519}">
      <dgm:prSet/>
      <dgm:spPr/>
      <dgm:t>
        <a:bodyPr/>
        <a:lstStyle/>
        <a:p>
          <a:pPr>
            <a:defRPr cap="all"/>
          </a:pPr>
          <a:r>
            <a:rPr lang="en-US"/>
            <a:t>Attributes</a:t>
          </a:r>
        </a:p>
      </dgm:t>
    </dgm:pt>
    <dgm:pt modelId="{0D64BCEC-8EC5-4263-9940-98BA5ED3F78B}" type="parTrans" cxnId="{5FD279F4-1637-4E90-9D20-37F09933804C}">
      <dgm:prSet/>
      <dgm:spPr/>
      <dgm:t>
        <a:bodyPr/>
        <a:lstStyle/>
        <a:p>
          <a:endParaRPr lang="en-US"/>
        </a:p>
      </dgm:t>
    </dgm:pt>
    <dgm:pt modelId="{C53829B8-1A61-423F-AC02-A8D8B7A603EB}" type="sibTrans" cxnId="{5FD279F4-1637-4E90-9D20-37F09933804C}">
      <dgm:prSet/>
      <dgm:spPr/>
      <dgm:t>
        <a:bodyPr/>
        <a:lstStyle/>
        <a:p>
          <a:endParaRPr lang="en-US"/>
        </a:p>
      </dgm:t>
    </dgm:pt>
    <dgm:pt modelId="{A530BADC-0A1A-456C-98F6-F34BD68BF692}" type="pres">
      <dgm:prSet presAssocID="{54430300-8176-4EDF-ABCD-2A13DB4E9C2D}" presName="root" presStyleCnt="0">
        <dgm:presLayoutVars>
          <dgm:dir/>
          <dgm:resizeHandles val="exact"/>
        </dgm:presLayoutVars>
      </dgm:prSet>
      <dgm:spPr/>
    </dgm:pt>
    <dgm:pt modelId="{D999554E-3052-4B69-8F14-D7626732A4B7}" type="pres">
      <dgm:prSet presAssocID="{560AD617-4098-4C1F-B052-E11E1D0447CD}" presName="compNode" presStyleCnt="0"/>
      <dgm:spPr/>
    </dgm:pt>
    <dgm:pt modelId="{938FEC88-2834-400E-BA61-20D21D72226D}" type="pres">
      <dgm:prSet presAssocID="{560AD617-4098-4C1F-B052-E11E1D0447CD}" presName="iconBgRect" presStyleLbl="bgShp" presStyleIdx="0" presStyleCnt="2"/>
      <dgm:spPr>
        <a:prstGeom prst="round2DiagRect">
          <a:avLst>
            <a:gd name="adj1" fmla="val 29727"/>
            <a:gd name="adj2" fmla="val 0"/>
          </a:avLst>
        </a:prstGeom>
      </dgm:spPr>
    </dgm:pt>
    <dgm:pt modelId="{07D2B307-7461-42FA-8823-B755FD6EB127}" type="pres">
      <dgm:prSet presAssocID="{560AD617-4098-4C1F-B052-E11E1D0447CD}"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abel"/>
        </a:ext>
      </dgm:extLst>
    </dgm:pt>
    <dgm:pt modelId="{51ABC38E-D88A-4DCF-A1F4-8BE6BF224E84}" type="pres">
      <dgm:prSet presAssocID="{560AD617-4098-4C1F-B052-E11E1D0447CD}" presName="spaceRect" presStyleCnt="0"/>
      <dgm:spPr/>
    </dgm:pt>
    <dgm:pt modelId="{DB10E90D-B5B8-495F-906C-FCFDC47CD1C9}" type="pres">
      <dgm:prSet presAssocID="{560AD617-4098-4C1F-B052-E11E1D0447CD}" presName="textRect" presStyleLbl="revTx" presStyleIdx="0" presStyleCnt="2">
        <dgm:presLayoutVars>
          <dgm:chMax val="1"/>
          <dgm:chPref val="1"/>
        </dgm:presLayoutVars>
      </dgm:prSet>
      <dgm:spPr/>
    </dgm:pt>
    <dgm:pt modelId="{7533AF42-DFD3-4BDA-895B-A24747C65CFB}" type="pres">
      <dgm:prSet presAssocID="{BFE87083-113F-420F-8B3B-267A36324A6D}" presName="sibTrans" presStyleCnt="0"/>
      <dgm:spPr/>
    </dgm:pt>
    <dgm:pt modelId="{D225B1C2-2484-493E-9738-8990312A7A16}" type="pres">
      <dgm:prSet presAssocID="{CB4C8F20-78F1-4DB2-A599-C57F9B160519}" presName="compNode" presStyleCnt="0"/>
      <dgm:spPr/>
    </dgm:pt>
    <dgm:pt modelId="{3FF0CAAC-AD5E-4374-83D5-78DC0D474B54}" type="pres">
      <dgm:prSet presAssocID="{CB4C8F20-78F1-4DB2-A599-C57F9B160519}" presName="iconBgRect" presStyleLbl="bgShp" presStyleIdx="1" presStyleCnt="2"/>
      <dgm:spPr>
        <a:prstGeom prst="round2DiagRect">
          <a:avLst>
            <a:gd name="adj1" fmla="val 29727"/>
            <a:gd name="adj2" fmla="val 0"/>
          </a:avLst>
        </a:prstGeom>
      </dgm:spPr>
    </dgm:pt>
    <dgm:pt modelId="{46405C2F-7154-4A52-978A-DE8FE6F9D49C}" type="pres">
      <dgm:prSet presAssocID="{CB4C8F20-78F1-4DB2-A599-C57F9B160519}"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ick"/>
        </a:ext>
      </dgm:extLst>
    </dgm:pt>
    <dgm:pt modelId="{4E7C8DAF-3AF8-499D-B75C-609951994F8D}" type="pres">
      <dgm:prSet presAssocID="{CB4C8F20-78F1-4DB2-A599-C57F9B160519}" presName="spaceRect" presStyleCnt="0"/>
      <dgm:spPr/>
    </dgm:pt>
    <dgm:pt modelId="{BD840C0F-4EB6-4B97-87FA-72D465107BA0}" type="pres">
      <dgm:prSet presAssocID="{CB4C8F20-78F1-4DB2-A599-C57F9B160519}" presName="textRect" presStyleLbl="revTx" presStyleIdx="1" presStyleCnt="2">
        <dgm:presLayoutVars>
          <dgm:chMax val="1"/>
          <dgm:chPref val="1"/>
        </dgm:presLayoutVars>
      </dgm:prSet>
      <dgm:spPr/>
    </dgm:pt>
  </dgm:ptLst>
  <dgm:cxnLst>
    <dgm:cxn modelId="{F563BE2A-F5EF-44CC-8496-826E7D1CD3A9}" type="presOf" srcId="{54430300-8176-4EDF-ABCD-2A13DB4E9C2D}" destId="{A530BADC-0A1A-456C-98F6-F34BD68BF692}" srcOrd="0" destOrd="0" presId="urn:microsoft.com/office/officeart/2018/5/layout/IconLeafLabelList"/>
    <dgm:cxn modelId="{9E25DB50-C9E1-4E16-BA31-B593A1003975}" srcId="{54430300-8176-4EDF-ABCD-2A13DB4E9C2D}" destId="{560AD617-4098-4C1F-B052-E11E1D0447CD}" srcOrd="0" destOrd="0" parTransId="{2D7EB4F1-3E45-452D-8FA1-8299666A38B1}" sibTransId="{BFE87083-113F-420F-8B3B-267A36324A6D}"/>
    <dgm:cxn modelId="{E19BA082-67DC-4BCA-93BE-72C8711637FA}" type="presOf" srcId="{CB4C8F20-78F1-4DB2-A599-C57F9B160519}" destId="{BD840C0F-4EB6-4B97-87FA-72D465107BA0}" srcOrd="0" destOrd="0" presId="urn:microsoft.com/office/officeart/2018/5/layout/IconLeafLabelList"/>
    <dgm:cxn modelId="{76101DAD-DAE1-4BF3-9804-92D9A9213EBA}" type="presOf" srcId="{560AD617-4098-4C1F-B052-E11E1D0447CD}" destId="{DB10E90D-B5B8-495F-906C-FCFDC47CD1C9}" srcOrd="0" destOrd="0" presId="urn:microsoft.com/office/officeart/2018/5/layout/IconLeafLabelList"/>
    <dgm:cxn modelId="{5FD279F4-1637-4E90-9D20-37F09933804C}" srcId="{54430300-8176-4EDF-ABCD-2A13DB4E9C2D}" destId="{CB4C8F20-78F1-4DB2-A599-C57F9B160519}" srcOrd="1" destOrd="0" parTransId="{0D64BCEC-8EC5-4263-9940-98BA5ED3F78B}" sibTransId="{C53829B8-1A61-423F-AC02-A8D8B7A603EB}"/>
    <dgm:cxn modelId="{BE581BDD-552E-4BDC-B669-B2FFC1BEA121}" type="presParOf" srcId="{A530BADC-0A1A-456C-98F6-F34BD68BF692}" destId="{D999554E-3052-4B69-8F14-D7626732A4B7}" srcOrd="0" destOrd="0" presId="urn:microsoft.com/office/officeart/2018/5/layout/IconLeafLabelList"/>
    <dgm:cxn modelId="{83B0256E-746A-48CC-B713-A2AA9D7F480B}" type="presParOf" srcId="{D999554E-3052-4B69-8F14-D7626732A4B7}" destId="{938FEC88-2834-400E-BA61-20D21D72226D}" srcOrd="0" destOrd="0" presId="urn:microsoft.com/office/officeart/2018/5/layout/IconLeafLabelList"/>
    <dgm:cxn modelId="{B5BEAF53-3C4B-4EAE-A601-F5AFB4CA87E0}" type="presParOf" srcId="{D999554E-3052-4B69-8F14-D7626732A4B7}" destId="{07D2B307-7461-42FA-8823-B755FD6EB127}" srcOrd="1" destOrd="0" presId="urn:microsoft.com/office/officeart/2018/5/layout/IconLeafLabelList"/>
    <dgm:cxn modelId="{45509CEE-6E12-4493-8509-8A19DD934931}" type="presParOf" srcId="{D999554E-3052-4B69-8F14-D7626732A4B7}" destId="{51ABC38E-D88A-4DCF-A1F4-8BE6BF224E84}" srcOrd="2" destOrd="0" presId="urn:microsoft.com/office/officeart/2018/5/layout/IconLeafLabelList"/>
    <dgm:cxn modelId="{B985B97A-5B7F-4D4F-8AE1-F2F35D6E5E27}" type="presParOf" srcId="{D999554E-3052-4B69-8F14-D7626732A4B7}" destId="{DB10E90D-B5B8-495F-906C-FCFDC47CD1C9}" srcOrd="3" destOrd="0" presId="urn:microsoft.com/office/officeart/2018/5/layout/IconLeafLabelList"/>
    <dgm:cxn modelId="{1BE95AF9-1237-4D36-A72E-29AD93D54339}" type="presParOf" srcId="{A530BADC-0A1A-456C-98F6-F34BD68BF692}" destId="{7533AF42-DFD3-4BDA-895B-A24747C65CFB}" srcOrd="1" destOrd="0" presId="urn:microsoft.com/office/officeart/2018/5/layout/IconLeafLabelList"/>
    <dgm:cxn modelId="{3D23AB8E-AF5B-480D-A789-708139FA6844}" type="presParOf" srcId="{A530BADC-0A1A-456C-98F6-F34BD68BF692}" destId="{D225B1C2-2484-493E-9738-8990312A7A16}" srcOrd="2" destOrd="0" presId="urn:microsoft.com/office/officeart/2018/5/layout/IconLeafLabelList"/>
    <dgm:cxn modelId="{49801710-68AF-474D-B027-31FD3FD41FBD}" type="presParOf" srcId="{D225B1C2-2484-493E-9738-8990312A7A16}" destId="{3FF0CAAC-AD5E-4374-83D5-78DC0D474B54}" srcOrd="0" destOrd="0" presId="urn:microsoft.com/office/officeart/2018/5/layout/IconLeafLabelList"/>
    <dgm:cxn modelId="{B67B1007-7A2F-41CC-A56D-5F672AE3BA34}" type="presParOf" srcId="{D225B1C2-2484-493E-9738-8990312A7A16}" destId="{46405C2F-7154-4A52-978A-DE8FE6F9D49C}" srcOrd="1" destOrd="0" presId="urn:microsoft.com/office/officeart/2018/5/layout/IconLeafLabelList"/>
    <dgm:cxn modelId="{C427F744-F5DE-43E9-AD40-4E8223F6B523}" type="presParOf" srcId="{D225B1C2-2484-493E-9738-8990312A7A16}" destId="{4E7C8DAF-3AF8-499D-B75C-609951994F8D}" srcOrd="2" destOrd="0" presId="urn:microsoft.com/office/officeart/2018/5/layout/IconLeafLabelList"/>
    <dgm:cxn modelId="{D56AB98C-4203-46EF-80D9-9E8176AFB795}" type="presParOf" srcId="{D225B1C2-2484-493E-9738-8990312A7A16}" destId="{BD840C0F-4EB6-4B97-87FA-72D465107BA0}"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06F7661-0497-4109-BDBB-0A35E318FB49}"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7D49CC0E-7238-469F-B344-36DF6C98E24F}">
      <dgm:prSet/>
      <dgm:spPr/>
      <dgm:t>
        <a:bodyPr/>
        <a:lstStyle/>
        <a:p>
          <a:r>
            <a:rPr lang="en-US" dirty="0"/>
            <a:t>&lt;html&gt;&lt;/html&gt;</a:t>
          </a:r>
        </a:p>
      </dgm:t>
    </dgm:pt>
    <dgm:pt modelId="{F96345B1-E48D-4E00-BFA2-4B954329BFA9}" type="parTrans" cxnId="{D79F6717-F769-4B67-A7B4-9917FB54633C}">
      <dgm:prSet/>
      <dgm:spPr/>
      <dgm:t>
        <a:bodyPr/>
        <a:lstStyle/>
        <a:p>
          <a:endParaRPr lang="en-US"/>
        </a:p>
      </dgm:t>
    </dgm:pt>
    <dgm:pt modelId="{6F5D0C3E-02FF-43D7-8EE3-EA52841666C3}" type="sibTrans" cxnId="{D79F6717-F769-4B67-A7B4-9917FB54633C}">
      <dgm:prSet/>
      <dgm:spPr/>
      <dgm:t>
        <a:bodyPr/>
        <a:lstStyle/>
        <a:p>
          <a:endParaRPr lang="en-US"/>
        </a:p>
      </dgm:t>
    </dgm:pt>
    <dgm:pt modelId="{7AC3B002-51D2-42C5-AC90-EA09EC35BA7F}">
      <dgm:prSet/>
      <dgm:spPr/>
      <dgm:t>
        <a:bodyPr/>
        <a:lstStyle/>
        <a:p>
          <a:r>
            <a:rPr lang="en-US" dirty="0"/>
            <a:t>&lt;p&gt;&lt;/p&gt;</a:t>
          </a:r>
        </a:p>
      </dgm:t>
    </dgm:pt>
    <dgm:pt modelId="{9B8E0F05-53B5-4799-B24A-CF35DC599949}" type="parTrans" cxnId="{E8202EE6-CED8-4135-9CB8-FD61E72C39FE}">
      <dgm:prSet/>
      <dgm:spPr/>
      <dgm:t>
        <a:bodyPr/>
        <a:lstStyle/>
        <a:p>
          <a:endParaRPr lang="en-US"/>
        </a:p>
      </dgm:t>
    </dgm:pt>
    <dgm:pt modelId="{CF03E8E6-5E96-4E9A-82FE-C54EA27C1F6D}" type="sibTrans" cxnId="{E8202EE6-CED8-4135-9CB8-FD61E72C39FE}">
      <dgm:prSet/>
      <dgm:spPr/>
      <dgm:t>
        <a:bodyPr/>
        <a:lstStyle/>
        <a:p>
          <a:endParaRPr lang="en-US"/>
        </a:p>
      </dgm:t>
    </dgm:pt>
    <dgm:pt modelId="{467A1241-253A-0041-8E22-060AD3DD66BE}" type="pres">
      <dgm:prSet presAssocID="{906F7661-0497-4109-BDBB-0A35E318FB49}" presName="hierChild1" presStyleCnt="0">
        <dgm:presLayoutVars>
          <dgm:chPref val="1"/>
          <dgm:dir/>
          <dgm:animOne val="branch"/>
          <dgm:animLvl val="lvl"/>
          <dgm:resizeHandles/>
        </dgm:presLayoutVars>
      </dgm:prSet>
      <dgm:spPr/>
    </dgm:pt>
    <dgm:pt modelId="{00D979DE-2B48-A94F-9666-BB0CA2CEE482}" type="pres">
      <dgm:prSet presAssocID="{7D49CC0E-7238-469F-B344-36DF6C98E24F}" presName="hierRoot1" presStyleCnt="0"/>
      <dgm:spPr/>
    </dgm:pt>
    <dgm:pt modelId="{887954D9-5ABC-0949-B243-09E6C6184231}" type="pres">
      <dgm:prSet presAssocID="{7D49CC0E-7238-469F-B344-36DF6C98E24F}" presName="composite" presStyleCnt="0"/>
      <dgm:spPr/>
    </dgm:pt>
    <dgm:pt modelId="{E3807CB4-A627-B846-8D05-26C4104679A8}" type="pres">
      <dgm:prSet presAssocID="{7D49CC0E-7238-469F-B344-36DF6C98E24F}" presName="background" presStyleLbl="node0" presStyleIdx="0" presStyleCnt="2"/>
      <dgm:spPr/>
    </dgm:pt>
    <dgm:pt modelId="{0C2CD160-3D34-4E41-BA5A-4A3A1E30391B}" type="pres">
      <dgm:prSet presAssocID="{7D49CC0E-7238-469F-B344-36DF6C98E24F}" presName="text" presStyleLbl="fgAcc0" presStyleIdx="0" presStyleCnt="2">
        <dgm:presLayoutVars>
          <dgm:chPref val="3"/>
        </dgm:presLayoutVars>
      </dgm:prSet>
      <dgm:spPr/>
    </dgm:pt>
    <dgm:pt modelId="{90F993F2-D780-7F40-BB50-D98095AE27A5}" type="pres">
      <dgm:prSet presAssocID="{7D49CC0E-7238-469F-B344-36DF6C98E24F}" presName="hierChild2" presStyleCnt="0"/>
      <dgm:spPr/>
    </dgm:pt>
    <dgm:pt modelId="{86B7D2B4-885D-EC44-BA70-EDBD0B0468D1}" type="pres">
      <dgm:prSet presAssocID="{7AC3B002-51D2-42C5-AC90-EA09EC35BA7F}" presName="hierRoot1" presStyleCnt="0"/>
      <dgm:spPr/>
    </dgm:pt>
    <dgm:pt modelId="{010894F0-111E-264A-A709-895F901CCE9F}" type="pres">
      <dgm:prSet presAssocID="{7AC3B002-51D2-42C5-AC90-EA09EC35BA7F}" presName="composite" presStyleCnt="0"/>
      <dgm:spPr/>
    </dgm:pt>
    <dgm:pt modelId="{7DE37677-805C-5D4A-B876-739AAF0B5C1A}" type="pres">
      <dgm:prSet presAssocID="{7AC3B002-51D2-42C5-AC90-EA09EC35BA7F}" presName="background" presStyleLbl="node0" presStyleIdx="1" presStyleCnt="2"/>
      <dgm:spPr/>
    </dgm:pt>
    <dgm:pt modelId="{11EBD35D-9D66-324C-97C8-3F857B758285}" type="pres">
      <dgm:prSet presAssocID="{7AC3B002-51D2-42C5-AC90-EA09EC35BA7F}" presName="text" presStyleLbl="fgAcc0" presStyleIdx="1" presStyleCnt="2">
        <dgm:presLayoutVars>
          <dgm:chPref val="3"/>
        </dgm:presLayoutVars>
      </dgm:prSet>
      <dgm:spPr/>
    </dgm:pt>
    <dgm:pt modelId="{DE670C05-703B-2B48-93F4-A3FBAF5CA30E}" type="pres">
      <dgm:prSet presAssocID="{7AC3B002-51D2-42C5-AC90-EA09EC35BA7F}" presName="hierChild2" presStyleCnt="0"/>
      <dgm:spPr/>
    </dgm:pt>
  </dgm:ptLst>
  <dgm:cxnLst>
    <dgm:cxn modelId="{D79F6717-F769-4B67-A7B4-9917FB54633C}" srcId="{906F7661-0497-4109-BDBB-0A35E318FB49}" destId="{7D49CC0E-7238-469F-B344-36DF6C98E24F}" srcOrd="0" destOrd="0" parTransId="{F96345B1-E48D-4E00-BFA2-4B954329BFA9}" sibTransId="{6F5D0C3E-02FF-43D7-8EE3-EA52841666C3}"/>
    <dgm:cxn modelId="{A49E9120-1434-0D47-AC2A-DDB02FD627D6}" type="presOf" srcId="{7AC3B002-51D2-42C5-AC90-EA09EC35BA7F}" destId="{11EBD35D-9D66-324C-97C8-3F857B758285}" srcOrd="0" destOrd="0" presId="urn:microsoft.com/office/officeart/2005/8/layout/hierarchy1"/>
    <dgm:cxn modelId="{7FA92A5D-3F28-1348-B5D3-9F050E21BE0D}" type="presOf" srcId="{7D49CC0E-7238-469F-B344-36DF6C98E24F}" destId="{0C2CD160-3D34-4E41-BA5A-4A3A1E30391B}" srcOrd="0" destOrd="0" presId="urn:microsoft.com/office/officeart/2005/8/layout/hierarchy1"/>
    <dgm:cxn modelId="{726FFE94-67CC-EC4D-9F52-E9EEEAFCB433}" type="presOf" srcId="{906F7661-0497-4109-BDBB-0A35E318FB49}" destId="{467A1241-253A-0041-8E22-060AD3DD66BE}" srcOrd="0" destOrd="0" presId="urn:microsoft.com/office/officeart/2005/8/layout/hierarchy1"/>
    <dgm:cxn modelId="{E8202EE6-CED8-4135-9CB8-FD61E72C39FE}" srcId="{906F7661-0497-4109-BDBB-0A35E318FB49}" destId="{7AC3B002-51D2-42C5-AC90-EA09EC35BA7F}" srcOrd="1" destOrd="0" parTransId="{9B8E0F05-53B5-4799-B24A-CF35DC599949}" sibTransId="{CF03E8E6-5E96-4E9A-82FE-C54EA27C1F6D}"/>
    <dgm:cxn modelId="{6D33CF80-AE49-804A-8A9E-C353A336C1F6}" type="presParOf" srcId="{467A1241-253A-0041-8E22-060AD3DD66BE}" destId="{00D979DE-2B48-A94F-9666-BB0CA2CEE482}" srcOrd="0" destOrd="0" presId="urn:microsoft.com/office/officeart/2005/8/layout/hierarchy1"/>
    <dgm:cxn modelId="{502DD5D7-B280-B242-A6DA-BD75B7E3F1BE}" type="presParOf" srcId="{00D979DE-2B48-A94F-9666-BB0CA2CEE482}" destId="{887954D9-5ABC-0949-B243-09E6C6184231}" srcOrd="0" destOrd="0" presId="urn:microsoft.com/office/officeart/2005/8/layout/hierarchy1"/>
    <dgm:cxn modelId="{0BB34B2A-0E71-F343-A324-3F7E5F9CC6B1}" type="presParOf" srcId="{887954D9-5ABC-0949-B243-09E6C6184231}" destId="{E3807CB4-A627-B846-8D05-26C4104679A8}" srcOrd="0" destOrd="0" presId="urn:microsoft.com/office/officeart/2005/8/layout/hierarchy1"/>
    <dgm:cxn modelId="{EFE90CDC-AC0C-D843-9C01-622BAF4A2357}" type="presParOf" srcId="{887954D9-5ABC-0949-B243-09E6C6184231}" destId="{0C2CD160-3D34-4E41-BA5A-4A3A1E30391B}" srcOrd="1" destOrd="0" presId="urn:microsoft.com/office/officeart/2005/8/layout/hierarchy1"/>
    <dgm:cxn modelId="{FB78ECB1-6CBA-5C4C-86C0-B78AB1B4AA4F}" type="presParOf" srcId="{00D979DE-2B48-A94F-9666-BB0CA2CEE482}" destId="{90F993F2-D780-7F40-BB50-D98095AE27A5}" srcOrd="1" destOrd="0" presId="urn:microsoft.com/office/officeart/2005/8/layout/hierarchy1"/>
    <dgm:cxn modelId="{83589DCF-704B-F846-8052-97E2AE1524C5}" type="presParOf" srcId="{467A1241-253A-0041-8E22-060AD3DD66BE}" destId="{86B7D2B4-885D-EC44-BA70-EDBD0B0468D1}" srcOrd="1" destOrd="0" presId="urn:microsoft.com/office/officeart/2005/8/layout/hierarchy1"/>
    <dgm:cxn modelId="{5C75AAFF-68CB-DD42-980E-57D3DD26BCDE}" type="presParOf" srcId="{86B7D2B4-885D-EC44-BA70-EDBD0B0468D1}" destId="{010894F0-111E-264A-A709-895F901CCE9F}" srcOrd="0" destOrd="0" presId="urn:microsoft.com/office/officeart/2005/8/layout/hierarchy1"/>
    <dgm:cxn modelId="{2143E353-A7A8-154E-BA87-905B8510EA8E}" type="presParOf" srcId="{010894F0-111E-264A-A709-895F901CCE9F}" destId="{7DE37677-805C-5D4A-B876-739AAF0B5C1A}" srcOrd="0" destOrd="0" presId="urn:microsoft.com/office/officeart/2005/8/layout/hierarchy1"/>
    <dgm:cxn modelId="{B113A529-2D56-E84A-A718-931B9D92A415}" type="presParOf" srcId="{010894F0-111E-264A-A709-895F901CCE9F}" destId="{11EBD35D-9D66-324C-97C8-3F857B758285}" srcOrd="1" destOrd="0" presId="urn:microsoft.com/office/officeart/2005/8/layout/hierarchy1"/>
    <dgm:cxn modelId="{D2AA2DE3-02FD-E14A-978E-3BA54D623A27}" type="presParOf" srcId="{86B7D2B4-885D-EC44-BA70-EDBD0B0468D1}" destId="{DE670C05-703B-2B48-93F4-A3FBAF5CA30E}"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74502EF-F2AF-4310-A01B-4674AE4E452E}"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390BD15C-DD7C-4058-B22D-13DDF2DCE30B}">
      <dgm:prSet/>
      <dgm:spPr/>
      <dgm:t>
        <a:bodyPr/>
        <a:lstStyle/>
        <a:p>
          <a:r>
            <a:rPr lang="en-GB" dirty="0"/>
            <a:t>id – Unique identifier for an element</a:t>
          </a:r>
          <a:endParaRPr lang="en-US" dirty="0"/>
        </a:p>
      </dgm:t>
    </dgm:pt>
    <dgm:pt modelId="{C2E892A4-4CC2-48B6-A847-C88BBA39EED7}" type="parTrans" cxnId="{C23A0747-77D9-4416-BF9E-2AE30A19DE1F}">
      <dgm:prSet/>
      <dgm:spPr/>
      <dgm:t>
        <a:bodyPr/>
        <a:lstStyle/>
        <a:p>
          <a:endParaRPr lang="en-US"/>
        </a:p>
      </dgm:t>
    </dgm:pt>
    <dgm:pt modelId="{431FDFB4-EDF7-4436-A64E-6561E5752604}" type="sibTrans" cxnId="{C23A0747-77D9-4416-BF9E-2AE30A19DE1F}">
      <dgm:prSet/>
      <dgm:spPr/>
      <dgm:t>
        <a:bodyPr/>
        <a:lstStyle/>
        <a:p>
          <a:endParaRPr lang="en-US"/>
        </a:p>
      </dgm:t>
    </dgm:pt>
    <dgm:pt modelId="{8512C6D9-046B-48C1-BF51-185F8614C811}">
      <dgm:prSet/>
      <dgm:spPr/>
      <dgm:t>
        <a:bodyPr/>
        <a:lstStyle/>
        <a:p>
          <a:r>
            <a:rPr lang="en-GB" dirty="0"/>
            <a:t>class – Assigns a class name for styling or scripting</a:t>
          </a:r>
          <a:endParaRPr lang="en-US" dirty="0"/>
        </a:p>
      </dgm:t>
    </dgm:pt>
    <dgm:pt modelId="{CFB3EB56-F1CD-49B4-B44A-1343FA35DB15}" type="parTrans" cxnId="{6741F91C-EE8F-46DF-A369-BBF1DBC80D1F}">
      <dgm:prSet/>
      <dgm:spPr/>
      <dgm:t>
        <a:bodyPr/>
        <a:lstStyle/>
        <a:p>
          <a:endParaRPr lang="en-US"/>
        </a:p>
      </dgm:t>
    </dgm:pt>
    <dgm:pt modelId="{686598C4-D17E-4433-8A2A-E57A10B98257}" type="sibTrans" cxnId="{6741F91C-EE8F-46DF-A369-BBF1DBC80D1F}">
      <dgm:prSet/>
      <dgm:spPr/>
      <dgm:t>
        <a:bodyPr/>
        <a:lstStyle/>
        <a:p>
          <a:endParaRPr lang="en-US"/>
        </a:p>
      </dgm:t>
    </dgm:pt>
    <dgm:pt modelId="{C06E3C44-00F8-4A7E-BD37-65B7C87E4258}">
      <dgm:prSet/>
      <dgm:spPr/>
      <dgm:t>
        <a:bodyPr/>
        <a:lstStyle/>
        <a:p>
          <a:r>
            <a:rPr lang="en-GB" dirty="0"/>
            <a:t>style – Inline CSS styling</a:t>
          </a:r>
          <a:endParaRPr lang="en-US" dirty="0"/>
        </a:p>
      </dgm:t>
    </dgm:pt>
    <dgm:pt modelId="{964CA65C-4767-4A8C-AF44-758DA88F6433}" type="parTrans" cxnId="{711AB264-E739-47FB-9C59-84AF1750DEFC}">
      <dgm:prSet/>
      <dgm:spPr/>
      <dgm:t>
        <a:bodyPr/>
        <a:lstStyle/>
        <a:p>
          <a:endParaRPr lang="en-US"/>
        </a:p>
      </dgm:t>
    </dgm:pt>
    <dgm:pt modelId="{11F45B98-A556-41DE-8079-1AE0030CB37F}" type="sibTrans" cxnId="{711AB264-E739-47FB-9C59-84AF1750DEFC}">
      <dgm:prSet/>
      <dgm:spPr/>
      <dgm:t>
        <a:bodyPr/>
        <a:lstStyle/>
        <a:p>
          <a:endParaRPr lang="en-US"/>
        </a:p>
      </dgm:t>
    </dgm:pt>
    <dgm:pt modelId="{46C075CA-615D-4962-ABE4-818011553459}">
      <dgm:prSet/>
      <dgm:spPr/>
      <dgm:t>
        <a:bodyPr/>
        <a:lstStyle/>
        <a:p>
          <a:r>
            <a:rPr lang="en-GB" dirty="0"/>
            <a:t>title – Tooltip text shown on hover</a:t>
          </a:r>
          <a:endParaRPr lang="en-US" dirty="0"/>
        </a:p>
      </dgm:t>
    </dgm:pt>
    <dgm:pt modelId="{5AEB40F7-C745-4C95-8EC0-5DFBF75F76A0}" type="parTrans" cxnId="{EBFD0344-5F63-4E8B-A1A1-A9CB9715A248}">
      <dgm:prSet/>
      <dgm:spPr/>
      <dgm:t>
        <a:bodyPr/>
        <a:lstStyle/>
        <a:p>
          <a:endParaRPr lang="en-US"/>
        </a:p>
      </dgm:t>
    </dgm:pt>
    <dgm:pt modelId="{94A2E374-91EB-4407-A8E7-41369CCC411D}" type="sibTrans" cxnId="{EBFD0344-5F63-4E8B-A1A1-A9CB9715A248}">
      <dgm:prSet/>
      <dgm:spPr/>
      <dgm:t>
        <a:bodyPr/>
        <a:lstStyle/>
        <a:p>
          <a:endParaRPr lang="en-US"/>
        </a:p>
      </dgm:t>
    </dgm:pt>
    <dgm:pt modelId="{3AC4C532-F325-4A09-8114-69FDC9551EF3}">
      <dgm:prSet/>
      <dgm:spPr/>
      <dgm:t>
        <a:bodyPr/>
        <a:lstStyle/>
        <a:p>
          <a:r>
            <a:rPr lang="en-GB" dirty="0"/>
            <a:t>lang – Language of the element’s content (</a:t>
          </a:r>
          <a:r>
            <a:rPr lang="en-GB" dirty="0" err="1"/>
            <a:t>en</a:t>
          </a:r>
          <a:r>
            <a:rPr lang="en-GB" dirty="0"/>
            <a:t>, </a:t>
          </a:r>
          <a:r>
            <a:rPr lang="en-GB" dirty="0" err="1"/>
            <a:t>fr</a:t>
          </a:r>
          <a:r>
            <a:rPr lang="en-GB" dirty="0"/>
            <a:t>, etc.)</a:t>
          </a:r>
          <a:endParaRPr lang="en-US" dirty="0"/>
        </a:p>
      </dgm:t>
    </dgm:pt>
    <dgm:pt modelId="{556AC2A4-8E92-49F7-82BD-F5CF0E3A9952}" type="parTrans" cxnId="{BDA352F5-912C-4824-A333-20BEA5C0B38F}">
      <dgm:prSet/>
      <dgm:spPr/>
      <dgm:t>
        <a:bodyPr/>
        <a:lstStyle/>
        <a:p>
          <a:endParaRPr lang="en-US"/>
        </a:p>
      </dgm:t>
    </dgm:pt>
    <dgm:pt modelId="{39D2D8CA-F96F-4FB5-BA4C-92D889376E3C}" type="sibTrans" cxnId="{BDA352F5-912C-4824-A333-20BEA5C0B38F}">
      <dgm:prSet/>
      <dgm:spPr/>
      <dgm:t>
        <a:bodyPr/>
        <a:lstStyle/>
        <a:p>
          <a:endParaRPr lang="en-US"/>
        </a:p>
      </dgm:t>
    </dgm:pt>
    <dgm:pt modelId="{ADAABA2A-B1A0-4B15-8022-C4B98A423A74}">
      <dgm:prSet/>
      <dgm:spPr/>
      <dgm:t>
        <a:bodyPr/>
        <a:lstStyle/>
        <a:p>
          <a:r>
            <a:rPr lang="en-GB"/>
            <a:t>dir – Text direction (ltr, rtl)</a:t>
          </a:r>
          <a:endParaRPr lang="en-US"/>
        </a:p>
      </dgm:t>
    </dgm:pt>
    <dgm:pt modelId="{6DB49BCD-32E3-47A1-BFBA-D981D5BAF79A}" type="parTrans" cxnId="{9075EE4B-9851-4EC5-B5BF-F27557D5B015}">
      <dgm:prSet/>
      <dgm:spPr/>
      <dgm:t>
        <a:bodyPr/>
        <a:lstStyle/>
        <a:p>
          <a:endParaRPr lang="en-US"/>
        </a:p>
      </dgm:t>
    </dgm:pt>
    <dgm:pt modelId="{D4543C58-969F-4F4B-AA2D-0E2AA6E213AE}" type="sibTrans" cxnId="{9075EE4B-9851-4EC5-B5BF-F27557D5B015}">
      <dgm:prSet/>
      <dgm:spPr/>
      <dgm:t>
        <a:bodyPr/>
        <a:lstStyle/>
        <a:p>
          <a:endParaRPr lang="en-US"/>
        </a:p>
      </dgm:t>
    </dgm:pt>
    <dgm:pt modelId="{E579CFD9-F6FD-4D32-A9F7-3BD5BFBEB566}">
      <dgm:prSet/>
      <dgm:spPr/>
      <dgm:t>
        <a:bodyPr/>
        <a:lstStyle/>
        <a:p>
          <a:r>
            <a:rPr lang="en-GB" dirty="0"/>
            <a:t>data-* – Custom data attributes (e.g., data-id="123")</a:t>
          </a:r>
          <a:endParaRPr lang="en-US" dirty="0"/>
        </a:p>
      </dgm:t>
    </dgm:pt>
    <dgm:pt modelId="{6936C041-81F7-4A9F-A58F-F012ACD428CC}" type="parTrans" cxnId="{A8BE9830-74E9-4F5F-A376-060EC0D114EA}">
      <dgm:prSet/>
      <dgm:spPr/>
      <dgm:t>
        <a:bodyPr/>
        <a:lstStyle/>
        <a:p>
          <a:endParaRPr lang="en-US"/>
        </a:p>
      </dgm:t>
    </dgm:pt>
    <dgm:pt modelId="{C803221E-95B7-465E-9C92-2291390C2EBD}" type="sibTrans" cxnId="{A8BE9830-74E9-4F5F-A376-060EC0D114EA}">
      <dgm:prSet/>
      <dgm:spPr/>
      <dgm:t>
        <a:bodyPr/>
        <a:lstStyle/>
        <a:p>
          <a:endParaRPr lang="en-US"/>
        </a:p>
      </dgm:t>
    </dgm:pt>
    <dgm:pt modelId="{805E5DCF-0236-4BE7-9D0D-40353ADE1356}">
      <dgm:prSet/>
      <dgm:spPr/>
      <dgm:t>
        <a:bodyPr/>
        <a:lstStyle/>
        <a:p>
          <a:r>
            <a:rPr lang="en-GB"/>
            <a:t>hidden – Hides the element from view</a:t>
          </a:r>
          <a:endParaRPr lang="en-US"/>
        </a:p>
      </dgm:t>
    </dgm:pt>
    <dgm:pt modelId="{86A0C098-7C45-48E0-984E-DA29CEBB14B0}" type="parTrans" cxnId="{3FE932E1-94F2-4659-8099-9E98EBB4A9C6}">
      <dgm:prSet/>
      <dgm:spPr/>
      <dgm:t>
        <a:bodyPr/>
        <a:lstStyle/>
        <a:p>
          <a:endParaRPr lang="en-US"/>
        </a:p>
      </dgm:t>
    </dgm:pt>
    <dgm:pt modelId="{0616F0D1-A7CF-44F4-A669-99BB196B1581}" type="sibTrans" cxnId="{3FE932E1-94F2-4659-8099-9E98EBB4A9C6}">
      <dgm:prSet/>
      <dgm:spPr/>
      <dgm:t>
        <a:bodyPr/>
        <a:lstStyle/>
        <a:p>
          <a:endParaRPr lang="en-US"/>
        </a:p>
      </dgm:t>
    </dgm:pt>
    <dgm:pt modelId="{1B74F05E-DAF4-43F7-AD80-65EC21FBD202}">
      <dgm:prSet/>
      <dgm:spPr/>
      <dgm:t>
        <a:bodyPr/>
        <a:lstStyle/>
        <a:p>
          <a:r>
            <a:rPr lang="en-GB" dirty="0" err="1"/>
            <a:t>tabindex</a:t>
          </a:r>
          <a:r>
            <a:rPr lang="en-GB" dirty="0"/>
            <a:t> – Sets focus order for tab navigation</a:t>
          </a:r>
          <a:endParaRPr lang="en-US" dirty="0"/>
        </a:p>
      </dgm:t>
    </dgm:pt>
    <dgm:pt modelId="{FDFA60EC-7F5F-4D8B-854D-E17F3A05F236}" type="parTrans" cxnId="{C2EDDF04-0205-4857-90B0-02CBBB8BBC29}">
      <dgm:prSet/>
      <dgm:spPr/>
      <dgm:t>
        <a:bodyPr/>
        <a:lstStyle/>
        <a:p>
          <a:endParaRPr lang="en-US"/>
        </a:p>
      </dgm:t>
    </dgm:pt>
    <dgm:pt modelId="{239A7A9D-DD43-4B70-80CF-8C6A59B96270}" type="sibTrans" cxnId="{C2EDDF04-0205-4857-90B0-02CBBB8BBC29}">
      <dgm:prSet/>
      <dgm:spPr/>
      <dgm:t>
        <a:bodyPr/>
        <a:lstStyle/>
        <a:p>
          <a:endParaRPr lang="en-US"/>
        </a:p>
      </dgm:t>
    </dgm:pt>
    <dgm:pt modelId="{315D18B8-8981-4282-A92A-045DEA7E2512}">
      <dgm:prSet/>
      <dgm:spPr/>
      <dgm:t>
        <a:bodyPr/>
        <a:lstStyle/>
        <a:p>
          <a:r>
            <a:rPr lang="en-GB" dirty="0" err="1"/>
            <a:t>contenteditable</a:t>
          </a:r>
          <a:r>
            <a:rPr lang="en-GB" dirty="0"/>
            <a:t> – Makes element editable</a:t>
          </a:r>
          <a:endParaRPr lang="en-US" dirty="0"/>
        </a:p>
      </dgm:t>
    </dgm:pt>
    <dgm:pt modelId="{88B522F7-8DBA-4D4F-A5F2-DEC50F5FDC25}" type="parTrans" cxnId="{5F692D6A-1128-4C7C-B982-93780C3C908E}">
      <dgm:prSet/>
      <dgm:spPr/>
      <dgm:t>
        <a:bodyPr/>
        <a:lstStyle/>
        <a:p>
          <a:endParaRPr lang="en-US"/>
        </a:p>
      </dgm:t>
    </dgm:pt>
    <dgm:pt modelId="{3DA2E6AE-36B6-403B-B25B-530A96C7B75D}" type="sibTrans" cxnId="{5F692D6A-1128-4C7C-B982-93780C3C908E}">
      <dgm:prSet/>
      <dgm:spPr/>
      <dgm:t>
        <a:bodyPr/>
        <a:lstStyle/>
        <a:p>
          <a:endParaRPr lang="en-US"/>
        </a:p>
      </dgm:t>
    </dgm:pt>
    <dgm:pt modelId="{958FC39D-FAE1-4C12-B779-690703336DF6}">
      <dgm:prSet/>
      <dgm:spPr/>
      <dgm:t>
        <a:bodyPr/>
        <a:lstStyle/>
        <a:p>
          <a:r>
            <a:rPr lang="en-GB" dirty="0"/>
            <a:t>draggable – Allows drag-and-drop (true / false)</a:t>
          </a:r>
          <a:endParaRPr lang="en-US" dirty="0"/>
        </a:p>
      </dgm:t>
    </dgm:pt>
    <dgm:pt modelId="{C5AF047E-1F2B-4669-BCF2-6A5929F02FB2}" type="parTrans" cxnId="{D63366DA-3EF1-4173-9B4B-183490C60842}">
      <dgm:prSet/>
      <dgm:spPr/>
      <dgm:t>
        <a:bodyPr/>
        <a:lstStyle/>
        <a:p>
          <a:endParaRPr lang="en-US"/>
        </a:p>
      </dgm:t>
    </dgm:pt>
    <dgm:pt modelId="{08038118-F305-4D01-BB90-4AD320A245B7}" type="sibTrans" cxnId="{D63366DA-3EF1-4173-9B4B-183490C60842}">
      <dgm:prSet/>
      <dgm:spPr/>
      <dgm:t>
        <a:bodyPr/>
        <a:lstStyle/>
        <a:p>
          <a:endParaRPr lang="en-US"/>
        </a:p>
      </dgm:t>
    </dgm:pt>
    <dgm:pt modelId="{8F196A43-A78D-E941-A197-6588E0EE3240}" type="pres">
      <dgm:prSet presAssocID="{774502EF-F2AF-4310-A01B-4674AE4E452E}" presName="linear" presStyleCnt="0">
        <dgm:presLayoutVars>
          <dgm:animLvl val="lvl"/>
          <dgm:resizeHandles val="exact"/>
        </dgm:presLayoutVars>
      </dgm:prSet>
      <dgm:spPr/>
    </dgm:pt>
    <dgm:pt modelId="{3A5C7988-72CF-424E-843A-6C82C3B7A2C1}" type="pres">
      <dgm:prSet presAssocID="{390BD15C-DD7C-4058-B22D-13DDF2DCE30B}" presName="parentText" presStyleLbl="node1" presStyleIdx="0" presStyleCnt="11" custLinFactNeighborX="-5192" custLinFactNeighborY="-17691">
        <dgm:presLayoutVars>
          <dgm:chMax val="0"/>
          <dgm:bulletEnabled val="1"/>
        </dgm:presLayoutVars>
      </dgm:prSet>
      <dgm:spPr/>
    </dgm:pt>
    <dgm:pt modelId="{2A9347EA-B6C5-0847-A50A-01A4AC1AF0E7}" type="pres">
      <dgm:prSet presAssocID="{431FDFB4-EDF7-4436-A64E-6561E5752604}" presName="spacer" presStyleCnt="0"/>
      <dgm:spPr/>
    </dgm:pt>
    <dgm:pt modelId="{FD45AA06-0B65-F746-8A72-8430277A53DD}" type="pres">
      <dgm:prSet presAssocID="{8512C6D9-046B-48C1-BF51-185F8614C811}" presName="parentText" presStyleLbl="node1" presStyleIdx="1" presStyleCnt="11">
        <dgm:presLayoutVars>
          <dgm:chMax val="0"/>
          <dgm:bulletEnabled val="1"/>
        </dgm:presLayoutVars>
      </dgm:prSet>
      <dgm:spPr/>
    </dgm:pt>
    <dgm:pt modelId="{B73E7B7C-E2ED-B84E-9C7B-89B357DF86BA}" type="pres">
      <dgm:prSet presAssocID="{686598C4-D17E-4433-8A2A-E57A10B98257}" presName="spacer" presStyleCnt="0"/>
      <dgm:spPr/>
    </dgm:pt>
    <dgm:pt modelId="{C36F4AB5-5A4C-F947-862C-183358ED9234}" type="pres">
      <dgm:prSet presAssocID="{C06E3C44-00F8-4A7E-BD37-65B7C87E4258}" presName="parentText" presStyleLbl="node1" presStyleIdx="2" presStyleCnt="11">
        <dgm:presLayoutVars>
          <dgm:chMax val="0"/>
          <dgm:bulletEnabled val="1"/>
        </dgm:presLayoutVars>
      </dgm:prSet>
      <dgm:spPr/>
    </dgm:pt>
    <dgm:pt modelId="{33A4DDEE-92A0-F34D-B70B-9CC046C3217A}" type="pres">
      <dgm:prSet presAssocID="{11F45B98-A556-41DE-8079-1AE0030CB37F}" presName="spacer" presStyleCnt="0"/>
      <dgm:spPr/>
    </dgm:pt>
    <dgm:pt modelId="{AAA66657-D1F4-AD4E-98A4-5AEBAC2A00DF}" type="pres">
      <dgm:prSet presAssocID="{46C075CA-615D-4962-ABE4-818011553459}" presName="parentText" presStyleLbl="node1" presStyleIdx="3" presStyleCnt="11" custLinFactNeighborY="31750">
        <dgm:presLayoutVars>
          <dgm:chMax val="0"/>
          <dgm:bulletEnabled val="1"/>
        </dgm:presLayoutVars>
      </dgm:prSet>
      <dgm:spPr/>
    </dgm:pt>
    <dgm:pt modelId="{9D08FC89-02FD-B941-9680-B8B3262E7D67}" type="pres">
      <dgm:prSet presAssocID="{94A2E374-91EB-4407-A8E7-41369CCC411D}" presName="spacer" presStyleCnt="0"/>
      <dgm:spPr/>
    </dgm:pt>
    <dgm:pt modelId="{26D2D350-6D7F-2944-BC55-DC034AA01CFD}" type="pres">
      <dgm:prSet presAssocID="{3AC4C532-F325-4A09-8114-69FDC9551EF3}" presName="parentText" presStyleLbl="node1" presStyleIdx="4" presStyleCnt="11">
        <dgm:presLayoutVars>
          <dgm:chMax val="0"/>
          <dgm:bulletEnabled val="1"/>
        </dgm:presLayoutVars>
      </dgm:prSet>
      <dgm:spPr/>
    </dgm:pt>
    <dgm:pt modelId="{17958875-D2DA-7045-B01C-376BE25C84E0}" type="pres">
      <dgm:prSet presAssocID="{39D2D8CA-F96F-4FB5-BA4C-92D889376E3C}" presName="spacer" presStyleCnt="0"/>
      <dgm:spPr/>
    </dgm:pt>
    <dgm:pt modelId="{340A7E1D-87D0-E644-B8AD-94B4FE1F57CA}" type="pres">
      <dgm:prSet presAssocID="{ADAABA2A-B1A0-4B15-8022-C4B98A423A74}" presName="parentText" presStyleLbl="node1" presStyleIdx="5" presStyleCnt="11" custLinFactNeighborX="-88">
        <dgm:presLayoutVars>
          <dgm:chMax val="0"/>
          <dgm:bulletEnabled val="1"/>
        </dgm:presLayoutVars>
      </dgm:prSet>
      <dgm:spPr/>
    </dgm:pt>
    <dgm:pt modelId="{963714CC-E3C1-CC45-8DE8-BA022292B2C0}" type="pres">
      <dgm:prSet presAssocID="{D4543C58-969F-4F4B-AA2D-0E2AA6E213AE}" presName="spacer" presStyleCnt="0"/>
      <dgm:spPr/>
    </dgm:pt>
    <dgm:pt modelId="{67D91E1B-3DFE-2643-B7B9-0D20E04A4A95}" type="pres">
      <dgm:prSet presAssocID="{E579CFD9-F6FD-4D32-A9F7-3BD5BFBEB566}" presName="parentText" presStyleLbl="node1" presStyleIdx="6" presStyleCnt="11">
        <dgm:presLayoutVars>
          <dgm:chMax val="0"/>
          <dgm:bulletEnabled val="1"/>
        </dgm:presLayoutVars>
      </dgm:prSet>
      <dgm:spPr/>
    </dgm:pt>
    <dgm:pt modelId="{29207441-2B56-0C45-9773-627224E7BFE3}" type="pres">
      <dgm:prSet presAssocID="{C803221E-95B7-465E-9C92-2291390C2EBD}" presName="spacer" presStyleCnt="0"/>
      <dgm:spPr/>
    </dgm:pt>
    <dgm:pt modelId="{CE94448D-92FB-C446-A97E-6AD26A77F3CF}" type="pres">
      <dgm:prSet presAssocID="{805E5DCF-0236-4BE7-9D0D-40353ADE1356}" presName="parentText" presStyleLbl="node1" presStyleIdx="7" presStyleCnt="11">
        <dgm:presLayoutVars>
          <dgm:chMax val="0"/>
          <dgm:bulletEnabled val="1"/>
        </dgm:presLayoutVars>
      </dgm:prSet>
      <dgm:spPr/>
    </dgm:pt>
    <dgm:pt modelId="{0C8BDC86-9089-0E4A-8D32-657FF83F1193}" type="pres">
      <dgm:prSet presAssocID="{0616F0D1-A7CF-44F4-A669-99BB196B1581}" presName="spacer" presStyleCnt="0"/>
      <dgm:spPr/>
    </dgm:pt>
    <dgm:pt modelId="{7AA73883-20C0-9C40-88FA-9BB807EFF56A}" type="pres">
      <dgm:prSet presAssocID="{1B74F05E-DAF4-43F7-AD80-65EC21FBD202}" presName="parentText" presStyleLbl="node1" presStyleIdx="8" presStyleCnt="11">
        <dgm:presLayoutVars>
          <dgm:chMax val="0"/>
          <dgm:bulletEnabled val="1"/>
        </dgm:presLayoutVars>
      </dgm:prSet>
      <dgm:spPr/>
    </dgm:pt>
    <dgm:pt modelId="{EC958C23-3E1F-EB46-AA7B-1850B20A2331}" type="pres">
      <dgm:prSet presAssocID="{239A7A9D-DD43-4B70-80CF-8C6A59B96270}" presName="spacer" presStyleCnt="0"/>
      <dgm:spPr/>
    </dgm:pt>
    <dgm:pt modelId="{81BF2BEA-7E4F-7243-87D4-374D236D1BBE}" type="pres">
      <dgm:prSet presAssocID="{315D18B8-8981-4282-A92A-045DEA7E2512}" presName="parentText" presStyleLbl="node1" presStyleIdx="9" presStyleCnt="11">
        <dgm:presLayoutVars>
          <dgm:chMax val="0"/>
          <dgm:bulletEnabled val="1"/>
        </dgm:presLayoutVars>
      </dgm:prSet>
      <dgm:spPr/>
    </dgm:pt>
    <dgm:pt modelId="{2C57406B-931A-5D42-8C18-6E946FAAC9F8}" type="pres">
      <dgm:prSet presAssocID="{3DA2E6AE-36B6-403B-B25B-530A96C7B75D}" presName="spacer" presStyleCnt="0"/>
      <dgm:spPr/>
    </dgm:pt>
    <dgm:pt modelId="{DAFA7D30-CC5C-1E41-A82D-D3D9FE8334E2}" type="pres">
      <dgm:prSet presAssocID="{958FC39D-FAE1-4C12-B779-690703336DF6}" presName="parentText" presStyleLbl="node1" presStyleIdx="10" presStyleCnt="11">
        <dgm:presLayoutVars>
          <dgm:chMax val="0"/>
          <dgm:bulletEnabled val="1"/>
        </dgm:presLayoutVars>
      </dgm:prSet>
      <dgm:spPr/>
    </dgm:pt>
  </dgm:ptLst>
  <dgm:cxnLst>
    <dgm:cxn modelId="{C2EDDF04-0205-4857-90B0-02CBBB8BBC29}" srcId="{774502EF-F2AF-4310-A01B-4674AE4E452E}" destId="{1B74F05E-DAF4-43F7-AD80-65EC21FBD202}" srcOrd="8" destOrd="0" parTransId="{FDFA60EC-7F5F-4D8B-854D-E17F3A05F236}" sibTransId="{239A7A9D-DD43-4B70-80CF-8C6A59B96270}"/>
    <dgm:cxn modelId="{7AA4B115-163F-2242-AB02-C83712515E16}" type="presOf" srcId="{46C075CA-615D-4962-ABE4-818011553459}" destId="{AAA66657-D1F4-AD4E-98A4-5AEBAC2A00DF}" srcOrd="0" destOrd="0" presId="urn:microsoft.com/office/officeart/2005/8/layout/vList2"/>
    <dgm:cxn modelId="{6741F91C-EE8F-46DF-A369-BBF1DBC80D1F}" srcId="{774502EF-F2AF-4310-A01B-4674AE4E452E}" destId="{8512C6D9-046B-48C1-BF51-185F8614C811}" srcOrd="1" destOrd="0" parTransId="{CFB3EB56-F1CD-49B4-B44A-1343FA35DB15}" sibTransId="{686598C4-D17E-4433-8A2A-E57A10B98257}"/>
    <dgm:cxn modelId="{EE674129-1D1B-0941-AA0F-1731B1B54EA7}" type="presOf" srcId="{8512C6D9-046B-48C1-BF51-185F8614C811}" destId="{FD45AA06-0B65-F746-8A72-8430277A53DD}" srcOrd="0" destOrd="0" presId="urn:microsoft.com/office/officeart/2005/8/layout/vList2"/>
    <dgm:cxn modelId="{AD2EED2A-B5C7-7147-9C06-0366C8040C72}" type="presOf" srcId="{958FC39D-FAE1-4C12-B779-690703336DF6}" destId="{DAFA7D30-CC5C-1E41-A82D-D3D9FE8334E2}" srcOrd="0" destOrd="0" presId="urn:microsoft.com/office/officeart/2005/8/layout/vList2"/>
    <dgm:cxn modelId="{4CB89F2F-CEC5-B946-9109-EC180469B834}" type="presOf" srcId="{E579CFD9-F6FD-4D32-A9F7-3BD5BFBEB566}" destId="{67D91E1B-3DFE-2643-B7B9-0D20E04A4A95}" srcOrd="0" destOrd="0" presId="urn:microsoft.com/office/officeart/2005/8/layout/vList2"/>
    <dgm:cxn modelId="{A8BE9830-74E9-4F5F-A376-060EC0D114EA}" srcId="{774502EF-F2AF-4310-A01B-4674AE4E452E}" destId="{E579CFD9-F6FD-4D32-A9F7-3BD5BFBEB566}" srcOrd="6" destOrd="0" parTransId="{6936C041-81F7-4A9F-A58F-F012ACD428CC}" sibTransId="{C803221E-95B7-465E-9C92-2291390C2EBD}"/>
    <dgm:cxn modelId="{56E97031-B660-AC44-A4C8-EEFDD311304D}" type="presOf" srcId="{315D18B8-8981-4282-A92A-045DEA7E2512}" destId="{81BF2BEA-7E4F-7243-87D4-374D236D1BBE}" srcOrd="0" destOrd="0" presId="urn:microsoft.com/office/officeart/2005/8/layout/vList2"/>
    <dgm:cxn modelId="{18D6D734-3AB5-D64C-9DCD-8AD854623F0A}" type="presOf" srcId="{ADAABA2A-B1A0-4B15-8022-C4B98A423A74}" destId="{340A7E1D-87D0-E644-B8AD-94B4FE1F57CA}" srcOrd="0" destOrd="0" presId="urn:microsoft.com/office/officeart/2005/8/layout/vList2"/>
    <dgm:cxn modelId="{EBFD0344-5F63-4E8B-A1A1-A9CB9715A248}" srcId="{774502EF-F2AF-4310-A01B-4674AE4E452E}" destId="{46C075CA-615D-4962-ABE4-818011553459}" srcOrd="3" destOrd="0" parTransId="{5AEB40F7-C745-4C95-8EC0-5DFBF75F76A0}" sibTransId="{94A2E374-91EB-4407-A8E7-41369CCC411D}"/>
    <dgm:cxn modelId="{C23A0747-77D9-4416-BF9E-2AE30A19DE1F}" srcId="{774502EF-F2AF-4310-A01B-4674AE4E452E}" destId="{390BD15C-DD7C-4058-B22D-13DDF2DCE30B}" srcOrd="0" destOrd="0" parTransId="{C2E892A4-4CC2-48B6-A847-C88BBA39EED7}" sibTransId="{431FDFB4-EDF7-4436-A64E-6561E5752604}"/>
    <dgm:cxn modelId="{9075EE4B-9851-4EC5-B5BF-F27557D5B015}" srcId="{774502EF-F2AF-4310-A01B-4674AE4E452E}" destId="{ADAABA2A-B1A0-4B15-8022-C4B98A423A74}" srcOrd="5" destOrd="0" parTransId="{6DB49BCD-32E3-47A1-BFBA-D981D5BAF79A}" sibTransId="{D4543C58-969F-4F4B-AA2D-0E2AA6E213AE}"/>
    <dgm:cxn modelId="{C84F7356-D2DF-944F-9F16-C191F9688C72}" type="presOf" srcId="{3AC4C532-F325-4A09-8114-69FDC9551EF3}" destId="{26D2D350-6D7F-2944-BC55-DC034AA01CFD}" srcOrd="0" destOrd="0" presId="urn:microsoft.com/office/officeart/2005/8/layout/vList2"/>
    <dgm:cxn modelId="{F8CA5E5D-8D71-8543-A522-6E42BB33BACE}" type="presOf" srcId="{C06E3C44-00F8-4A7E-BD37-65B7C87E4258}" destId="{C36F4AB5-5A4C-F947-862C-183358ED9234}" srcOrd="0" destOrd="0" presId="urn:microsoft.com/office/officeart/2005/8/layout/vList2"/>
    <dgm:cxn modelId="{711AB264-E739-47FB-9C59-84AF1750DEFC}" srcId="{774502EF-F2AF-4310-A01B-4674AE4E452E}" destId="{C06E3C44-00F8-4A7E-BD37-65B7C87E4258}" srcOrd="2" destOrd="0" parTransId="{964CA65C-4767-4A8C-AF44-758DA88F6433}" sibTransId="{11F45B98-A556-41DE-8079-1AE0030CB37F}"/>
    <dgm:cxn modelId="{5F692D6A-1128-4C7C-B982-93780C3C908E}" srcId="{774502EF-F2AF-4310-A01B-4674AE4E452E}" destId="{315D18B8-8981-4282-A92A-045DEA7E2512}" srcOrd="9" destOrd="0" parTransId="{88B522F7-8DBA-4D4F-A5F2-DEC50F5FDC25}" sibTransId="{3DA2E6AE-36B6-403B-B25B-530A96C7B75D}"/>
    <dgm:cxn modelId="{FF2DF982-ABD7-4442-A9EE-830A5C06E134}" type="presOf" srcId="{1B74F05E-DAF4-43F7-AD80-65EC21FBD202}" destId="{7AA73883-20C0-9C40-88FA-9BB807EFF56A}" srcOrd="0" destOrd="0" presId="urn:microsoft.com/office/officeart/2005/8/layout/vList2"/>
    <dgm:cxn modelId="{C502BCA8-1C54-AC46-96AC-BCAF51D8A1BF}" type="presOf" srcId="{390BD15C-DD7C-4058-B22D-13DDF2DCE30B}" destId="{3A5C7988-72CF-424E-843A-6C82C3B7A2C1}" srcOrd="0" destOrd="0" presId="urn:microsoft.com/office/officeart/2005/8/layout/vList2"/>
    <dgm:cxn modelId="{BFC04ECB-322C-5940-AC12-C5D33766AD4B}" type="presOf" srcId="{805E5DCF-0236-4BE7-9D0D-40353ADE1356}" destId="{CE94448D-92FB-C446-A97E-6AD26A77F3CF}" srcOrd="0" destOrd="0" presId="urn:microsoft.com/office/officeart/2005/8/layout/vList2"/>
    <dgm:cxn modelId="{C2EE23D1-199F-AB4B-A362-D3647AA2050A}" type="presOf" srcId="{774502EF-F2AF-4310-A01B-4674AE4E452E}" destId="{8F196A43-A78D-E941-A197-6588E0EE3240}" srcOrd="0" destOrd="0" presId="urn:microsoft.com/office/officeart/2005/8/layout/vList2"/>
    <dgm:cxn modelId="{D63366DA-3EF1-4173-9B4B-183490C60842}" srcId="{774502EF-F2AF-4310-A01B-4674AE4E452E}" destId="{958FC39D-FAE1-4C12-B779-690703336DF6}" srcOrd="10" destOrd="0" parTransId="{C5AF047E-1F2B-4669-BCF2-6A5929F02FB2}" sibTransId="{08038118-F305-4D01-BB90-4AD320A245B7}"/>
    <dgm:cxn modelId="{3FE932E1-94F2-4659-8099-9E98EBB4A9C6}" srcId="{774502EF-F2AF-4310-A01B-4674AE4E452E}" destId="{805E5DCF-0236-4BE7-9D0D-40353ADE1356}" srcOrd="7" destOrd="0" parTransId="{86A0C098-7C45-48E0-984E-DA29CEBB14B0}" sibTransId="{0616F0D1-A7CF-44F4-A669-99BB196B1581}"/>
    <dgm:cxn modelId="{BDA352F5-912C-4824-A333-20BEA5C0B38F}" srcId="{774502EF-F2AF-4310-A01B-4674AE4E452E}" destId="{3AC4C532-F325-4A09-8114-69FDC9551EF3}" srcOrd="4" destOrd="0" parTransId="{556AC2A4-8E92-49F7-82BD-F5CF0E3A9952}" sibTransId="{39D2D8CA-F96F-4FB5-BA4C-92D889376E3C}"/>
    <dgm:cxn modelId="{9446AF10-2F03-6243-8B27-9ED237249849}" type="presParOf" srcId="{8F196A43-A78D-E941-A197-6588E0EE3240}" destId="{3A5C7988-72CF-424E-843A-6C82C3B7A2C1}" srcOrd="0" destOrd="0" presId="urn:microsoft.com/office/officeart/2005/8/layout/vList2"/>
    <dgm:cxn modelId="{F386E2B8-60DD-2041-B4F7-9604F48CA178}" type="presParOf" srcId="{8F196A43-A78D-E941-A197-6588E0EE3240}" destId="{2A9347EA-B6C5-0847-A50A-01A4AC1AF0E7}" srcOrd="1" destOrd="0" presId="urn:microsoft.com/office/officeart/2005/8/layout/vList2"/>
    <dgm:cxn modelId="{8F72B190-9DB9-8047-8D26-C2B6B24A467A}" type="presParOf" srcId="{8F196A43-A78D-E941-A197-6588E0EE3240}" destId="{FD45AA06-0B65-F746-8A72-8430277A53DD}" srcOrd="2" destOrd="0" presId="urn:microsoft.com/office/officeart/2005/8/layout/vList2"/>
    <dgm:cxn modelId="{DB8FDC7E-DCAD-0D49-A3B5-421D43F978C7}" type="presParOf" srcId="{8F196A43-A78D-E941-A197-6588E0EE3240}" destId="{B73E7B7C-E2ED-B84E-9C7B-89B357DF86BA}" srcOrd="3" destOrd="0" presId="urn:microsoft.com/office/officeart/2005/8/layout/vList2"/>
    <dgm:cxn modelId="{CC7D4DD6-1DB4-0149-817F-DBDABACC761B}" type="presParOf" srcId="{8F196A43-A78D-E941-A197-6588E0EE3240}" destId="{C36F4AB5-5A4C-F947-862C-183358ED9234}" srcOrd="4" destOrd="0" presId="urn:microsoft.com/office/officeart/2005/8/layout/vList2"/>
    <dgm:cxn modelId="{B246F657-CCFE-E24D-908A-4AC8C86C1AB3}" type="presParOf" srcId="{8F196A43-A78D-E941-A197-6588E0EE3240}" destId="{33A4DDEE-92A0-F34D-B70B-9CC046C3217A}" srcOrd="5" destOrd="0" presId="urn:microsoft.com/office/officeart/2005/8/layout/vList2"/>
    <dgm:cxn modelId="{365F9BCE-784D-AC44-9DD9-61B74455824A}" type="presParOf" srcId="{8F196A43-A78D-E941-A197-6588E0EE3240}" destId="{AAA66657-D1F4-AD4E-98A4-5AEBAC2A00DF}" srcOrd="6" destOrd="0" presId="urn:microsoft.com/office/officeart/2005/8/layout/vList2"/>
    <dgm:cxn modelId="{D8B02CD3-654E-614D-9C04-5EF8B22BF8ED}" type="presParOf" srcId="{8F196A43-A78D-E941-A197-6588E0EE3240}" destId="{9D08FC89-02FD-B941-9680-B8B3262E7D67}" srcOrd="7" destOrd="0" presId="urn:microsoft.com/office/officeart/2005/8/layout/vList2"/>
    <dgm:cxn modelId="{C678151B-61C7-CF47-AC37-1CD827CAEB4F}" type="presParOf" srcId="{8F196A43-A78D-E941-A197-6588E0EE3240}" destId="{26D2D350-6D7F-2944-BC55-DC034AA01CFD}" srcOrd="8" destOrd="0" presId="urn:microsoft.com/office/officeart/2005/8/layout/vList2"/>
    <dgm:cxn modelId="{A26A4DFB-2281-8947-9F9B-C84BA812707C}" type="presParOf" srcId="{8F196A43-A78D-E941-A197-6588E0EE3240}" destId="{17958875-D2DA-7045-B01C-376BE25C84E0}" srcOrd="9" destOrd="0" presId="urn:microsoft.com/office/officeart/2005/8/layout/vList2"/>
    <dgm:cxn modelId="{DE4B6868-D5FB-CB40-B683-1E5FE739C491}" type="presParOf" srcId="{8F196A43-A78D-E941-A197-6588E0EE3240}" destId="{340A7E1D-87D0-E644-B8AD-94B4FE1F57CA}" srcOrd="10" destOrd="0" presId="urn:microsoft.com/office/officeart/2005/8/layout/vList2"/>
    <dgm:cxn modelId="{AF83844D-1F4E-1F4D-9E84-9195C9117A8A}" type="presParOf" srcId="{8F196A43-A78D-E941-A197-6588E0EE3240}" destId="{963714CC-E3C1-CC45-8DE8-BA022292B2C0}" srcOrd="11" destOrd="0" presId="urn:microsoft.com/office/officeart/2005/8/layout/vList2"/>
    <dgm:cxn modelId="{CF18DD6E-D9BA-474F-9089-1256AB81C08A}" type="presParOf" srcId="{8F196A43-A78D-E941-A197-6588E0EE3240}" destId="{67D91E1B-3DFE-2643-B7B9-0D20E04A4A95}" srcOrd="12" destOrd="0" presId="urn:microsoft.com/office/officeart/2005/8/layout/vList2"/>
    <dgm:cxn modelId="{CBC1EB32-FCA9-0A4B-8159-718BFF966527}" type="presParOf" srcId="{8F196A43-A78D-E941-A197-6588E0EE3240}" destId="{29207441-2B56-0C45-9773-627224E7BFE3}" srcOrd="13" destOrd="0" presId="urn:microsoft.com/office/officeart/2005/8/layout/vList2"/>
    <dgm:cxn modelId="{9EF8CCCA-AC0F-7D4F-A875-089C501A9446}" type="presParOf" srcId="{8F196A43-A78D-E941-A197-6588E0EE3240}" destId="{CE94448D-92FB-C446-A97E-6AD26A77F3CF}" srcOrd="14" destOrd="0" presId="urn:microsoft.com/office/officeart/2005/8/layout/vList2"/>
    <dgm:cxn modelId="{7FDE084B-D4AA-7C4A-9B3A-9DF829C80760}" type="presParOf" srcId="{8F196A43-A78D-E941-A197-6588E0EE3240}" destId="{0C8BDC86-9089-0E4A-8D32-657FF83F1193}" srcOrd="15" destOrd="0" presId="urn:microsoft.com/office/officeart/2005/8/layout/vList2"/>
    <dgm:cxn modelId="{0C91C27B-2256-5D49-8954-23AB5E3EA6D9}" type="presParOf" srcId="{8F196A43-A78D-E941-A197-6588E0EE3240}" destId="{7AA73883-20C0-9C40-88FA-9BB807EFF56A}" srcOrd="16" destOrd="0" presId="urn:microsoft.com/office/officeart/2005/8/layout/vList2"/>
    <dgm:cxn modelId="{B22B8474-AA43-D441-82AF-E6A7793E583E}" type="presParOf" srcId="{8F196A43-A78D-E941-A197-6588E0EE3240}" destId="{EC958C23-3E1F-EB46-AA7B-1850B20A2331}" srcOrd="17" destOrd="0" presId="urn:microsoft.com/office/officeart/2005/8/layout/vList2"/>
    <dgm:cxn modelId="{E004E96A-3EAC-F043-A856-A916B71844CA}" type="presParOf" srcId="{8F196A43-A78D-E941-A197-6588E0EE3240}" destId="{81BF2BEA-7E4F-7243-87D4-374D236D1BBE}" srcOrd="18" destOrd="0" presId="urn:microsoft.com/office/officeart/2005/8/layout/vList2"/>
    <dgm:cxn modelId="{6B8C6584-394D-CD4D-859D-8B140D17D0A4}" type="presParOf" srcId="{8F196A43-A78D-E941-A197-6588E0EE3240}" destId="{2C57406B-931A-5D42-8C18-6E946FAAC9F8}" srcOrd="19" destOrd="0" presId="urn:microsoft.com/office/officeart/2005/8/layout/vList2"/>
    <dgm:cxn modelId="{3599C1AF-EEBE-5048-A56B-7716C7A00A65}" type="presParOf" srcId="{8F196A43-A78D-E941-A197-6588E0EE3240}" destId="{DAFA7D30-CC5C-1E41-A82D-D3D9FE8334E2}" srcOrd="2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07EAB80-0817-4F25-ACEC-75437634FF2B}" type="doc">
      <dgm:prSet loTypeId="urn:microsoft.com/office/officeart/2017/3/layout/HorizontalPathTimeline" loCatId="process" qsTypeId="urn:microsoft.com/office/officeart/2005/8/quickstyle/simple1" qsCatId="simple" csTypeId="urn:microsoft.com/office/officeart/2005/8/colors/colorful1" csCatId="colorful" phldr="1"/>
      <dgm:spPr/>
      <dgm:t>
        <a:bodyPr/>
        <a:lstStyle/>
        <a:p>
          <a:endParaRPr lang="en-US"/>
        </a:p>
      </dgm:t>
    </dgm:pt>
    <dgm:pt modelId="{46B67389-3936-41C4-97EE-A97FD48E124B}">
      <dgm:prSet/>
      <dgm:spPr/>
      <dgm:t>
        <a:bodyPr/>
        <a:lstStyle/>
        <a:p>
          <a:pPr>
            <a:defRPr b="1"/>
          </a:pPr>
          <a:r>
            <a:rPr lang="en-US" dirty="0"/>
            <a:t>1991</a:t>
          </a:r>
        </a:p>
      </dgm:t>
    </dgm:pt>
    <dgm:pt modelId="{C963E00E-A8D5-46BD-8AA2-1D76C03F641A}" type="parTrans" cxnId="{E36717D2-F8A2-4433-928E-993C3D7F5959}">
      <dgm:prSet/>
      <dgm:spPr/>
      <dgm:t>
        <a:bodyPr/>
        <a:lstStyle/>
        <a:p>
          <a:endParaRPr lang="en-US"/>
        </a:p>
      </dgm:t>
    </dgm:pt>
    <dgm:pt modelId="{415D5BC4-03F9-4D5C-B347-7903265F433A}" type="sibTrans" cxnId="{E36717D2-F8A2-4433-928E-993C3D7F5959}">
      <dgm:prSet/>
      <dgm:spPr/>
      <dgm:t>
        <a:bodyPr/>
        <a:lstStyle/>
        <a:p>
          <a:endParaRPr lang="en-US"/>
        </a:p>
      </dgm:t>
    </dgm:pt>
    <dgm:pt modelId="{7671016E-BE65-4063-8A50-907DD94FF121}">
      <dgm:prSet/>
      <dgm:spPr/>
      <dgm:t>
        <a:bodyPr/>
        <a:lstStyle/>
        <a:p>
          <a:r>
            <a:rPr lang="en-US"/>
            <a:t>HTML</a:t>
          </a:r>
        </a:p>
      </dgm:t>
    </dgm:pt>
    <dgm:pt modelId="{37E1B7CC-9797-4D05-BAC6-C9D6D8990C59}" type="parTrans" cxnId="{0D902DB3-62A3-424F-BBF6-48B23467DD26}">
      <dgm:prSet/>
      <dgm:spPr/>
      <dgm:t>
        <a:bodyPr/>
        <a:lstStyle/>
        <a:p>
          <a:endParaRPr lang="en-US"/>
        </a:p>
      </dgm:t>
    </dgm:pt>
    <dgm:pt modelId="{5E8E6799-28A4-4FD7-A690-CECE6162347E}" type="sibTrans" cxnId="{0D902DB3-62A3-424F-BBF6-48B23467DD26}">
      <dgm:prSet/>
      <dgm:spPr/>
      <dgm:t>
        <a:bodyPr/>
        <a:lstStyle/>
        <a:p>
          <a:endParaRPr lang="en-US"/>
        </a:p>
      </dgm:t>
    </dgm:pt>
    <dgm:pt modelId="{3696394B-5DB1-4E91-ACA3-BBCBE63DB988}">
      <dgm:prSet/>
      <dgm:spPr/>
      <dgm:t>
        <a:bodyPr/>
        <a:lstStyle/>
        <a:p>
          <a:pPr>
            <a:defRPr b="1"/>
          </a:pPr>
          <a:r>
            <a:rPr lang="en-US"/>
            <a:t>1995</a:t>
          </a:r>
        </a:p>
      </dgm:t>
    </dgm:pt>
    <dgm:pt modelId="{6BA98DCA-73F7-472E-8E32-0B66A319F706}" type="parTrans" cxnId="{F8062705-E858-4BD8-9302-3AD2EDFFA13D}">
      <dgm:prSet/>
      <dgm:spPr/>
      <dgm:t>
        <a:bodyPr/>
        <a:lstStyle/>
        <a:p>
          <a:endParaRPr lang="en-US"/>
        </a:p>
      </dgm:t>
    </dgm:pt>
    <dgm:pt modelId="{1FBB64FE-35E5-4D33-9EBD-56E1DFE66805}" type="sibTrans" cxnId="{F8062705-E858-4BD8-9302-3AD2EDFFA13D}">
      <dgm:prSet/>
      <dgm:spPr/>
      <dgm:t>
        <a:bodyPr/>
        <a:lstStyle/>
        <a:p>
          <a:endParaRPr lang="en-US"/>
        </a:p>
      </dgm:t>
    </dgm:pt>
    <dgm:pt modelId="{4CA3AA7D-ECF4-4CF6-814E-B74A55DC0D2F}">
      <dgm:prSet/>
      <dgm:spPr/>
      <dgm:t>
        <a:bodyPr/>
        <a:lstStyle/>
        <a:p>
          <a:r>
            <a:rPr lang="en-US"/>
            <a:t>HTML 2.0</a:t>
          </a:r>
        </a:p>
      </dgm:t>
    </dgm:pt>
    <dgm:pt modelId="{19719831-994F-4042-A94C-EE6D18846B30}" type="parTrans" cxnId="{220FBD8C-E949-4B37-8F2F-9ED47294E547}">
      <dgm:prSet/>
      <dgm:spPr/>
      <dgm:t>
        <a:bodyPr/>
        <a:lstStyle/>
        <a:p>
          <a:endParaRPr lang="en-US"/>
        </a:p>
      </dgm:t>
    </dgm:pt>
    <dgm:pt modelId="{21ECCF7D-6982-43EF-B43E-D0FBF1382F50}" type="sibTrans" cxnId="{220FBD8C-E949-4B37-8F2F-9ED47294E547}">
      <dgm:prSet/>
      <dgm:spPr/>
      <dgm:t>
        <a:bodyPr/>
        <a:lstStyle/>
        <a:p>
          <a:endParaRPr lang="en-US"/>
        </a:p>
      </dgm:t>
    </dgm:pt>
    <dgm:pt modelId="{6BDB424C-8AB4-4410-AF46-9D46E0B63C35}">
      <dgm:prSet/>
      <dgm:spPr/>
      <dgm:t>
        <a:bodyPr/>
        <a:lstStyle/>
        <a:p>
          <a:pPr>
            <a:defRPr b="1"/>
          </a:pPr>
          <a:r>
            <a:rPr lang="en-US"/>
            <a:t>1997</a:t>
          </a:r>
        </a:p>
      </dgm:t>
    </dgm:pt>
    <dgm:pt modelId="{84277E71-EF6D-4E2D-90CD-2CEFCECA4A2B}" type="parTrans" cxnId="{87451158-71C6-443A-B492-081F4CA5A442}">
      <dgm:prSet/>
      <dgm:spPr/>
      <dgm:t>
        <a:bodyPr/>
        <a:lstStyle/>
        <a:p>
          <a:endParaRPr lang="en-US"/>
        </a:p>
      </dgm:t>
    </dgm:pt>
    <dgm:pt modelId="{3A350D99-D6D1-47EF-B9E7-BC9B7703343F}" type="sibTrans" cxnId="{87451158-71C6-443A-B492-081F4CA5A442}">
      <dgm:prSet/>
      <dgm:spPr/>
      <dgm:t>
        <a:bodyPr/>
        <a:lstStyle/>
        <a:p>
          <a:endParaRPr lang="en-US"/>
        </a:p>
      </dgm:t>
    </dgm:pt>
    <dgm:pt modelId="{25D6E990-E1F2-447C-B078-6CC31496614E}">
      <dgm:prSet/>
      <dgm:spPr/>
      <dgm:t>
        <a:bodyPr/>
        <a:lstStyle/>
        <a:p>
          <a:r>
            <a:rPr lang="en-US"/>
            <a:t>HTML 3.2</a:t>
          </a:r>
        </a:p>
      </dgm:t>
    </dgm:pt>
    <dgm:pt modelId="{A8C2DF8B-A627-4058-BC3B-FACA3C12695F}" type="parTrans" cxnId="{FDC31DF9-B354-43C0-95CC-04B9E320FD89}">
      <dgm:prSet/>
      <dgm:spPr/>
      <dgm:t>
        <a:bodyPr/>
        <a:lstStyle/>
        <a:p>
          <a:endParaRPr lang="en-US"/>
        </a:p>
      </dgm:t>
    </dgm:pt>
    <dgm:pt modelId="{74AA94C6-44AB-460B-9F8B-EE349C534271}" type="sibTrans" cxnId="{FDC31DF9-B354-43C0-95CC-04B9E320FD89}">
      <dgm:prSet/>
      <dgm:spPr/>
      <dgm:t>
        <a:bodyPr/>
        <a:lstStyle/>
        <a:p>
          <a:endParaRPr lang="en-US"/>
        </a:p>
      </dgm:t>
    </dgm:pt>
    <dgm:pt modelId="{70965352-E9FE-49F3-86E1-53C6978C5AF0}">
      <dgm:prSet/>
      <dgm:spPr/>
      <dgm:t>
        <a:bodyPr/>
        <a:lstStyle/>
        <a:p>
          <a:pPr>
            <a:defRPr b="1"/>
          </a:pPr>
          <a:r>
            <a:rPr lang="en-US"/>
            <a:t>1999</a:t>
          </a:r>
        </a:p>
      </dgm:t>
    </dgm:pt>
    <dgm:pt modelId="{6A5046E0-203D-44A7-B71D-E6248D8EE8DA}" type="parTrans" cxnId="{384C8600-535D-4D82-8195-76536A7EC9CA}">
      <dgm:prSet/>
      <dgm:spPr/>
      <dgm:t>
        <a:bodyPr/>
        <a:lstStyle/>
        <a:p>
          <a:endParaRPr lang="en-US"/>
        </a:p>
      </dgm:t>
    </dgm:pt>
    <dgm:pt modelId="{214A0F78-CC42-4831-92A1-CB9F4EEB4D12}" type="sibTrans" cxnId="{384C8600-535D-4D82-8195-76536A7EC9CA}">
      <dgm:prSet/>
      <dgm:spPr/>
      <dgm:t>
        <a:bodyPr/>
        <a:lstStyle/>
        <a:p>
          <a:endParaRPr lang="en-US"/>
        </a:p>
      </dgm:t>
    </dgm:pt>
    <dgm:pt modelId="{970E63AD-08BA-4576-9601-99EB78E36306}">
      <dgm:prSet/>
      <dgm:spPr/>
      <dgm:t>
        <a:bodyPr/>
        <a:lstStyle/>
        <a:p>
          <a:r>
            <a:rPr lang="en-US"/>
            <a:t>HTML 4.01</a:t>
          </a:r>
        </a:p>
      </dgm:t>
    </dgm:pt>
    <dgm:pt modelId="{067EA7AD-8998-4324-A156-F49F59625A8B}" type="parTrans" cxnId="{26057110-92FC-4CB2-AED2-C247EFD7A469}">
      <dgm:prSet/>
      <dgm:spPr/>
      <dgm:t>
        <a:bodyPr/>
        <a:lstStyle/>
        <a:p>
          <a:endParaRPr lang="en-US"/>
        </a:p>
      </dgm:t>
    </dgm:pt>
    <dgm:pt modelId="{CA825994-06B1-45DA-A7CB-C13903D5CD44}" type="sibTrans" cxnId="{26057110-92FC-4CB2-AED2-C247EFD7A469}">
      <dgm:prSet/>
      <dgm:spPr/>
      <dgm:t>
        <a:bodyPr/>
        <a:lstStyle/>
        <a:p>
          <a:endParaRPr lang="en-US"/>
        </a:p>
      </dgm:t>
    </dgm:pt>
    <dgm:pt modelId="{2F26EA72-F93C-45CA-B9BC-538713A84130}">
      <dgm:prSet/>
      <dgm:spPr/>
      <dgm:t>
        <a:bodyPr/>
        <a:lstStyle/>
        <a:p>
          <a:pPr>
            <a:defRPr b="1"/>
          </a:pPr>
          <a:r>
            <a:rPr lang="en-US"/>
            <a:t>2000</a:t>
          </a:r>
        </a:p>
      </dgm:t>
    </dgm:pt>
    <dgm:pt modelId="{6A8D03E9-AE30-41C4-9004-EE098F39E811}" type="parTrans" cxnId="{2DDAA394-5EF8-4F22-B58E-E17068C4C2BB}">
      <dgm:prSet/>
      <dgm:spPr/>
      <dgm:t>
        <a:bodyPr/>
        <a:lstStyle/>
        <a:p>
          <a:endParaRPr lang="en-US"/>
        </a:p>
      </dgm:t>
    </dgm:pt>
    <dgm:pt modelId="{DD7664A9-B2B9-489B-82CB-483D092B04F1}" type="sibTrans" cxnId="{2DDAA394-5EF8-4F22-B58E-E17068C4C2BB}">
      <dgm:prSet/>
      <dgm:spPr/>
      <dgm:t>
        <a:bodyPr/>
        <a:lstStyle/>
        <a:p>
          <a:endParaRPr lang="en-US"/>
        </a:p>
      </dgm:t>
    </dgm:pt>
    <dgm:pt modelId="{622162ED-A56E-481D-906B-FC0D8206BA27}">
      <dgm:prSet/>
      <dgm:spPr/>
      <dgm:t>
        <a:bodyPr/>
        <a:lstStyle/>
        <a:p>
          <a:r>
            <a:rPr lang="en-US"/>
            <a:t>XHTML</a:t>
          </a:r>
        </a:p>
      </dgm:t>
    </dgm:pt>
    <dgm:pt modelId="{9130AF24-786B-413E-BE5B-41456B3C5528}" type="parTrans" cxnId="{4B31AE8E-D69B-4CEE-8B45-1FFCF492CBD9}">
      <dgm:prSet/>
      <dgm:spPr/>
      <dgm:t>
        <a:bodyPr/>
        <a:lstStyle/>
        <a:p>
          <a:endParaRPr lang="en-US"/>
        </a:p>
      </dgm:t>
    </dgm:pt>
    <dgm:pt modelId="{F278CB0A-95B8-4B11-BD74-0EF9B7D5DCD3}" type="sibTrans" cxnId="{4B31AE8E-D69B-4CEE-8B45-1FFCF492CBD9}">
      <dgm:prSet/>
      <dgm:spPr/>
      <dgm:t>
        <a:bodyPr/>
        <a:lstStyle/>
        <a:p>
          <a:endParaRPr lang="en-US"/>
        </a:p>
      </dgm:t>
    </dgm:pt>
    <dgm:pt modelId="{1156264A-E7BE-460B-98C8-090E3A554928}">
      <dgm:prSet/>
      <dgm:spPr/>
      <dgm:t>
        <a:bodyPr/>
        <a:lstStyle/>
        <a:p>
          <a:pPr>
            <a:defRPr b="1"/>
          </a:pPr>
          <a:r>
            <a:rPr lang="en-US"/>
            <a:t>2014</a:t>
          </a:r>
        </a:p>
      </dgm:t>
    </dgm:pt>
    <dgm:pt modelId="{EF0B29A2-09D6-4B0F-9CD8-B25D3C1F34D0}" type="parTrans" cxnId="{AAACAD06-DF4B-484D-AF48-140950DFE79F}">
      <dgm:prSet/>
      <dgm:spPr/>
      <dgm:t>
        <a:bodyPr/>
        <a:lstStyle/>
        <a:p>
          <a:endParaRPr lang="en-US"/>
        </a:p>
      </dgm:t>
    </dgm:pt>
    <dgm:pt modelId="{02A9128F-30A6-4EE9-87F9-3A672AFFDEAC}" type="sibTrans" cxnId="{AAACAD06-DF4B-484D-AF48-140950DFE79F}">
      <dgm:prSet/>
      <dgm:spPr/>
      <dgm:t>
        <a:bodyPr/>
        <a:lstStyle/>
        <a:p>
          <a:endParaRPr lang="en-US"/>
        </a:p>
      </dgm:t>
    </dgm:pt>
    <dgm:pt modelId="{7237F9C4-D80D-4A73-8FC4-0B6335CF6019}">
      <dgm:prSet/>
      <dgm:spPr/>
      <dgm:t>
        <a:bodyPr/>
        <a:lstStyle/>
        <a:p>
          <a:r>
            <a:rPr lang="en-US"/>
            <a:t>HTML 5</a:t>
          </a:r>
        </a:p>
      </dgm:t>
    </dgm:pt>
    <dgm:pt modelId="{CBB1659C-F0B3-40C7-8D1B-6FC86CBC55A9}" type="parTrans" cxnId="{8EEEAA20-EF81-4A7D-99F3-0BCBCBD6DD80}">
      <dgm:prSet/>
      <dgm:spPr/>
      <dgm:t>
        <a:bodyPr/>
        <a:lstStyle/>
        <a:p>
          <a:endParaRPr lang="en-US"/>
        </a:p>
      </dgm:t>
    </dgm:pt>
    <dgm:pt modelId="{C845CF6E-1EFC-4899-B0B8-4A8E9FFB683E}" type="sibTrans" cxnId="{8EEEAA20-EF81-4A7D-99F3-0BCBCBD6DD80}">
      <dgm:prSet/>
      <dgm:spPr/>
      <dgm:t>
        <a:bodyPr/>
        <a:lstStyle/>
        <a:p>
          <a:endParaRPr lang="en-US"/>
        </a:p>
      </dgm:t>
    </dgm:pt>
    <dgm:pt modelId="{1738C1F5-ADA3-0A48-88A0-03664317B20F}" type="pres">
      <dgm:prSet presAssocID="{A07EAB80-0817-4F25-ACEC-75437634FF2B}" presName="root" presStyleCnt="0">
        <dgm:presLayoutVars>
          <dgm:chMax/>
          <dgm:chPref/>
          <dgm:animLvl val="lvl"/>
        </dgm:presLayoutVars>
      </dgm:prSet>
      <dgm:spPr/>
    </dgm:pt>
    <dgm:pt modelId="{AE39C897-3D1E-914B-AC2B-972DEEC5E229}" type="pres">
      <dgm:prSet presAssocID="{A07EAB80-0817-4F25-ACEC-75437634FF2B}" presName="divider" presStyleLbl="node1" presStyleIdx="0" presStyleCnt="1"/>
      <dgm:spPr/>
    </dgm:pt>
    <dgm:pt modelId="{D232DE92-B61A-0341-90FD-25E4976B6F14}" type="pres">
      <dgm:prSet presAssocID="{A07EAB80-0817-4F25-ACEC-75437634FF2B}" presName="nodes" presStyleCnt="0">
        <dgm:presLayoutVars>
          <dgm:chMax/>
          <dgm:chPref/>
          <dgm:animLvl val="lvl"/>
        </dgm:presLayoutVars>
      </dgm:prSet>
      <dgm:spPr/>
    </dgm:pt>
    <dgm:pt modelId="{8D235E98-DD2B-A040-A093-19EC95EF4ED8}" type="pres">
      <dgm:prSet presAssocID="{46B67389-3936-41C4-97EE-A97FD48E124B}" presName="composite" presStyleCnt="0"/>
      <dgm:spPr/>
    </dgm:pt>
    <dgm:pt modelId="{54557906-F476-B54C-8253-5DFD69366627}" type="pres">
      <dgm:prSet presAssocID="{46B67389-3936-41C4-97EE-A97FD48E124B}" presName="L1TextContainer" presStyleLbl="revTx" presStyleIdx="0" presStyleCnt="6">
        <dgm:presLayoutVars>
          <dgm:chMax val="1"/>
          <dgm:chPref val="1"/>
          <dgm:bulletEnabled val="1"/>
        </dgm:presLayoutVars>
      </dgm:prSet>
      <dgm:spPr/>
    </dgm:pt>
    <dgm:pt modelId="{B1E4A206-5ED4-D24E-9312-EE6A790D6747}" type="pres">
      <dgm:prSet presAssocID="{46B67389-3936-41C4-97EE-A97FD48E124B}" presName="L2TextContainerWrapper" presStyleCnt="0">
        <dgm:presLayoutVars>
          <dgm:chMax val="0"/>
          <dgm:chPref val="0"/>
          <dgm:bulletEnabled val="1"/>
        </dgm:presLayoutVars>
      </dgm:prSet>
      <dgm:spPr/>
    </dgm:pt>
    <dgm:pt modelId="{A6485ECA-9286-2249-A908-3CFCB13167A4}" type="pres">
      <dgm:prSet presAssocID="{46B67389-3936-41C4-97EE-A97FD48E124B}" presName="L2TextContainer" presStyleLbl="bgAccFollowNode1" presStyleIdx="0" presStyleCnt="6"/>
      <dgm:spPr/>
    </dgm:pt>
    <dgm:pt modelId="{A48F1080-C0A3-E74B-93CC-F3E41EA5C652}" type="pres">
      <dgm:prSet presAssocID="{46B67389-3936-41C4-97EE-A97FD48E124B}" presName="FlexibleEmptyPlaceHolder" presStyleCnt="0"/>
      <dgm:spPr/>
    </dgm:pt>
    <dgm:pt modelId="{C8A6900F-C1B0-9647-A4C0-DFF24B7683A2}" type="pres">
      <dgm:prSet presAssocID="{46B67389-3936-41C4-97EE-A97FD48E124B}" presName="ConnectLine" presStyleLbl="alignNode1" presStyleIdx="0" presStyleCnt="6"/>
      <dgm:spPr>
        <a:solidFill>
          <a:schemeClr val="accent2">
            <a:hueOff val="0"/>
            <a:satOff val="0"/>
            <a:lumOff val="0"/>
            <a:alphaOff val="0"/>
          </a:schemeClr>
        </a:solidFill>
        <a:ln w="6350" cap="flat" cmpd="sng" algn="ctr">
          <a:solidFill>
            <a:schemeClr val="accent2">
              <a:hueOff val="0"/>
              <a:satOff val="0"/>
              <a:lumOff val="0"/>
              <a:alphaOff val="0"/>
            </a:schemeClr>
          </a:solidFill>
          <a:prstDash val="dash"/>
          <a:miter lim="800000"/>
        </a:ln>
        <a:effectLst/>
      </dgm:spPr>
    </dgm:pt>
    <dgm:pt modelId="{572DFC43-794A-4742-AA66-6BA0691043CD}" type="pres">
      <dgm:prSet presAssocID="{46B67389-3936-41C4-97EE-A97FD48E124B}" presName="ConnectorPoint" presStyleLbl="fgAcc1" presStyleIdx="0" presStyleCnt="6"/>
      <dgm:spPr>
        <a:solidFill>
          <a:schemeClr val="lt1">
            <a:alpha val="90000"/>
            <a:hueOff val="0"/>
            <a:satOff val="0"/>
            <a:lumOff val="0"/>
            <a:alphaOff val="0"/>
          </a:schemeClr>
        </a:solidFill>
        <a:ln w="19050" cap="flat" cmpd="sng" algn="ctr">
          <a:noFill/>
          <a:prstDash val="solid"/>
          <a:miter lim="800000"/>
        </a:ln>
        <a:effectLst/>
      </dgm:spPr>
    </dgm:pt>
    <dgm:pt modelId="{01057CBB-94F7-6040-B485-79C002A1AA66}" type="pres">
      <dgm:prSet presAssocID="{46B67389-3936-41C4-97EE-A97FD48E124B}" presName="EmptyPlaceHolder" presStyleCnt="0"/>
      <dgm:spPr/>
    </dgm:pt>
    <dgm:pt modelId="{7FC6589C-5305-3F44-8832-AA6881E82F78}" type="pres">
      <dgm:prSet presAssocID="{415D5BC4-03F9-4D5C-B347-7903265F433A}" presName="spaceBetweenRectangles" presStyleCnt="0"/>
      <dgm:spPr/>
    </dgm:pt>
    <dgm:pt modelId="{910FF5C2-09BA-C543-8AFA-D61F36EA20BB}" type="pres">
      <dgm:prSet presAssocID="{3696394B-5DB1-4E91-ACA3-BBCBE63DB988}" presName="composite" presStyleCnt="0"/>
      <dgm:spPr/>
    </dgm:pt>
    <dgm:pt modelId="{D66AABCC-F343-A049-9B4B-675B407FCF71}" type="pres">
      <dgm:prSet presAssocID="{3696394B-5DB1-4E91-ACA3-BBCBE63DB988}" presName="L1TextContainer" presStyleLbl="revTx" presStyleIdx="1" presStyleCnt="6">
        <dgm:presLayoutVars>
          <dgm:chMax val="1"/>
          <dgm:chPref val="1"/>
          <dgm:bulletEnabled val="1"/>
        </dgm:presLayoutVars>
      </dgm:prSet>
      <dgm:spPr/>
    </dgm:pt>
    <dgm:pt modelId="{92728D4D-0FA0-F546-A534-F7164B75EA0E}" type="pres">
      <dgm:prSet presAssocID="{3696394B-5DB1-4E91-ACA3-BBCBE63DB988}" presName="L2TextContainerWrapper" presStyleCnt="0">
        <dgm:presLayoutVars>
          <dgm:chMax val="0"/>
          <dgm:chPref val="0"/>
          <dgm:bulletEnabled val="1"/>
        </dgm:presLayoutVars>
      </dgm:prSet>
      <dgm:spPr/>
    </dgm:pt>
    <dgm:pt modelId="{84D9F761-7651-BA4B-86DE-120AACA5F2BB}" type="pres">
      <dgm:prSet presAssocID="{3696394B-5DB1-4E91-ACA3-BBCBE63DB988}" presName="L2TextContainer" presStyleLbl="bgAccFollowNode1" presStyleIdx="1" presStyleCnt="6"/>
      <dgm:spPr/>
    </dgm:pt>
    <dgm:pt modelId="{C253CEBA-B54E-9F41-8BF1-960A1F05BE71}" type="pres">
      <dgm:prSet presAssocID="{3696394B-5DB1-4E91-ACA3-BBCBE63DB988}" presName="FlexibleEmptyPlaceHolder" presStyleCnt="0"/>
      <dgm:spPr/>
    </dgm:pt>
    <dgm:pt modelId="{FBD7550A-4A91-3D44-B589-6426D92C3607}" type="pres">
      <dgm:prSet presAssocID="{3696394B-5DB1-4E91-ACA3-BBCBE63DB988}" presName="ConnectLine" presStyleLbl="alignNode1" presStyleIdx="1" presStyleCnt="6"/>
      <dgm:spPr>
        <a:solidFill>
          <a:schemeClr val="accent3">
            <a:hueOff val="0"/>
            <a:satOff val="0"/>
            <a:lumOff val="0"/>
            <a:alphaOff val="0"/>
          </a:schemeClr>
        </a:solidFill>
        <a:ln w="6350" cap="flat" cmpd="sng" algn="ctr">
          <a:solidFill>
            <a:schemeClr val="accent3">
              <a:hueOff val="0"/>
              <a:satOff val="0"/>
              <a:lumOff val="0"/>
              <a:alphaOff val="0"/>
            </a:schemeClr>
          </a:solidFill>
          <a:prstDash val="dash"/>
          <a:miter lim="800000"/>
        </a:ln>
        <a:effectLst/>
      </dgm:spPr>
    </dgm:pt>
    <dgm:pt modelId="{4C1675C5-C995-E845-85C0-0D757E767895}" type="pres">
      <dgm:prSet presAssocID="{3696394B-5DB1-4E91-ACA3-BBCBE63DB988}" presName="ConnectorPoint" presStyleLbl="fgAcc1" presStyleIdx="1" presStyleCnt="6"/>
      <dgm:spPr>
        <a:solidFill>
          <a:schemeClr val="lt1">
            <a:alpha val="90000"/>
            <a:hueOff val="0"/>
            <a:satOff val="0"/>
            <a:lumOff val="0"/>
            <a:alphaOff val="0"/>
          </a:schemeClr>
        </a:solidFill>
        <a:ln w="19050" cap="flat" cmpd="sng" algn="ctr">
          <a:noFill/>
          <a:prstDash val="solid"/>
          <a:miter lim="800000"/>
        </a:ln>
        <a:effectLst/>
      </dgm:spPr>
    </dgm:pt>
    <dgm:pt modelId="{E36B73CC-B415-8C47-92F4-70EEA65B0F53}" type="pres">
      <dgm:prSet presAssocID="{3696394B-5DB1-4E91-ACA3-BBCBE63DB988}" presName="EmptyPlaceHolder" presStyleCnt="0"/>
      <dgm:spPr/>
    </dgm:pt>
    <dgm:pt modelId="{672ECBD8-1031-E141-B124-15FABD2B7819}" type="pres">
      <dgm:prSet presAssocID="{1FBB64FE-35E5-4D33-9EBD-56E1DFE66805}" presName="spaceBetweenRectangles" presStyleCnt="0"/>
      <dgm:spPr/>
    </dgm:pt>
    <dgm:pt modelId="{5391F4F0-E1F6-CB4E-85E4-EDC14A222A82}" type="pres">
      <dgm:prSet presAssocID="{6BDB424C-8AB4-4410-AF46-9D46E0B63C35}" presName="composite" presStyleCnt="0"/>
      <dgm:spPr/>
    </dgm:pt>
    <dgm:pt modelId="{C443A5B5-339A-CB45-843A-75B6174BC227}" type="pres">
      <dgm:prSet presAssocID="{6BDB424C-8AB4-4410-AF46-9D46E0B63C35}" presName="L1TextContainer" presStyleLbl="revTx" presStyleIdx="2" presStyleCnt="6">
        <dgm:presLayoutVars>
          <dgm:chMax val="1"/>
          <dgm:chPref val="1"/>
          <dgm:bulletEnabled val="1"/>
        </dgm:presLayoutVars>
      </dgm:prSet>
      <dgm:spPr/>
    </dgm:pt>
    <dgm:pt modelId="{4C26007E-1A6D-5240-9118-25E767DA51FD}" type="pres">
      <dgm:prSet presAssocID="{6BDB424C-8AB4-4410-AF46-9D46E0B63C35}" presName="L2TextContainerWrapper" presStyleCnt="0">
        <dgm:presLayoutVars>
          <dgm:chMax val="0"/>
          <dgm:chPref val="0"/>
          <dgm:bulletEnabled val="1"/>
        </dgm:presLayoutVars>
      </dgm:prSet>
      <dgm:spPr/>
    </dgm:pt>
    <dgm:pt modelId="{9DE65F09-F6E0-4545-B64B-A0179CDE9D86}" type="pres">
      <dgm:prSet presAssocID="{6BDB424C-8AB4-4410-AF46-9D46E0B63C35}" presName="L2TextContainer" presStyleLbl="bgAccFollowNode1" presStyleIdx="2" presStyleCnt="6"/>
      <dgm:spPr/>
    </dgm:pt>
    <dgm:pt modelId="{73A282EC-0CDC-FC4E-A101-C8A93F3BC1F4}" type="pres">
      <dgm:prSet presAssocID="{6BDB424C-8AB4-4410-AF46-9D46E0B63C35}" presName="FlexibleEmptyPlaceHolder" presStyleCnt="0"/>
      <dgm:spPr/>
    </dgm:pt>
    <dgm:pt modelId="{05FF442B-D220-9143-BF3E-A0666645A07A}" type="pres">
      <dgm:prSet presAssocID="{6BDB424C-8AB4-4410-AF46-9D46E0B63C35}" presName="ConnectLine" presStyleLbl="alignNode1" presStyleIdx="2" presStyleCnt="6"/>
      <dgm:spPr>
        <a:solidFill>
          <a:schemeClr val="accent4">
            <a:hueOff val="0"/>
            <a:satOff val="0"/>
            <a:lumOff val="0"/>
            <a:alphaOff val="0"/>
          </a:schemeClr>
        </a:solidFill>
        <a:ln w="6350" cap="flat" cmpd="sng" algn="ctr">
          <a:solidFill>
            <a:schemeClr val="accent4">
              <a:hueOff val="0"/>
              <a:satOff val="0"/>
              <a:lumOff val="0"/>
              <a:alphaOff val="0"/>
            </a:schemeClr>
          </a:solidFill>
          <a:prstDash val="dash"/>
          <a:miter lim="800000"/>
        </a:ln>
        <a:effectLst/>
      </dgm:spPr>
    </dgm:pt>
    <dgm:pt modelId="{F12ADA0A-53C3-DD4C-B190-73DAFEDB0B2A}" type="pres">
      <dgm:prSet presAssocID="{6BDB424C-8AB4-4410-AF46-9D46E0B63C35}" presName="ConnectorPoint" presStyleLbl="fgAcc1" presStyleIdx="2" presStyleCnt="6"/>
      <dgm:spPr>
        <a:solidFill>
          <a:schemeClr val="lt1">
            <a:alpha val="90000"/>
            <a:hueOff val="0"/>
            <a:satOff val="0"/>
            <a:lumOff val="0"/>
            <a:alphaOff val="0"/>
          </a:schemeClr>
        </a:solidFill>
        <a:ln w="19050" cap="flat" cmpd="sng" algn="ctr">
          <a:noFill/>
          <a:prstDash val="solid"/>
          <a:miter lim="800000"/>
        </a:ln>
        <a:effectLst/>
      </dgm:spPr>
    </dgm:pt>
    <dgm:pt modelId="{FABA288F-13FE-0942-BF1E-1952E4C170C1}" type="pres">
      <dgm:prSet presAssocID="{6BDB424C-8AB4-4410-AF46-9D46E0B63C35}" presName="EmptyPlaceHolder" presStyleCnt="0"/>
      <dgm:spPr/>
    </dgm:pt>
    <dgm:pt modelId="{095FD17F-5FCB-6F4A-98AC-F49BE1CDE565}" type="pres">
      <dgm:prSet presAssocID="{3A350D99-D6D1-47EF-B9E7-BC9B7703343F}" presName="spaceBetweenRectangles" presStyleCnt="0"/>
      <dgm:spPr/>
    </dgm:pt>
    <dgm:pt modelId="{B612ADA3-E5F3-F844-B5D5-F1F8FA12CAD6}" type="pres">
      <dgm:prSet presAssocID="{70965352-E9FE-49F3-86E1-53C6978C5AF0}" presName="composite" presStyleCnt="0"/>
      <dgm:spPr/>
    </dgm:pt>
    <dgm:pt modelId="{C26FD830-F222-FF44-9248-6EA31D9366A8}" type="pres">
      <dgm:prSet presAssocID="{70965352-E9FE-49F3-86E1-53C6978C5AF0}" presName="L1TextContainer" presStyleLbl="revTx" presStyleIdx="3" presStyleCnt="6">
        <dgm:presLayoutVars>
          <dgm:chMax val="1"/>
          <dgm:chPref val="1"/>
          <dgm:bulletEnabled val="1"/>
        </dgm:presLayoutVars>
      </dgm:prSet>
      <dgm:spPr/>
    </dgm:pt>
    <dgm:pt modelId="{0D2F4893-751A-7B4D-9A59-1302B5D034B7}" type="pres">
      <dgm:prSet presAssocID="{70965352-E9FE-49F3-86E1-53C6978C5AF0}" presName="L2TextContainerWrapper" presStyleCnt="0">
        <dgm:presLayoutVars>
          <dgm:chMax val="0"/>
          <dgm:chPref val="0"/>
          <dgm:bulletEnabled val="1"/>
        </dgm:presLayoutVars>
      </dgm:prSet>
      <dgm:spPr/>
    </dgm:pt>
    <dgm:pt modelId="{136FBEA0-F801-564D-B6A3-B21F718FE35A}" type="pres">
      <dgm:prSet presAssocID="{70965352-E9FE-49F3-86E1-53C6978C5AF0}" presName="L2TextContainer" presStyleLbl="bgAccFollowNode1" presStyleIdx="3" presStyleCnt="6"/>
      <dgm:spPr/>
    </dgm:pt>
    <dgm:pt modelId="{572A8F48-2C66-AE49-A68E-5006A10B28D8}" type="pres">
      <dgm:prSet presAssocID="{70965352-E9FE-49F3-86E1-53C6978C5AF0}" presName="FlexibleEmptyPlaceHolder" presStyleCnt="0"/>
      <dgm:spPr/>
    </dgm:pt>
    <dgm:pt modelId="{A7E69A9F-DED4-BE43-80C6-8209AB360209}" type="pres">
      <dgm:prSet presAssocID="{70965352-E9FE-49F3-86E1-53C6978C5AF0}" presName="ConnectLine" presStyleLbl="alignNode1" presStyleIdx="3" presStyleCnt="6"/>
      <dgm:spPr>
        <a:solidFill>
          <a:schemeClr val="accent5">
            <a:hueOff val="0"/>
            <a:satOff val="0"/>
            <a:lumOff val="0"/>
            <a:alphaOff val="0"/>
          </a:schemeClr>
        </a:solidFill>
        <a:ln w="6350" cap="flat" cmpd="sng" algn="ctr">
          <a:solidFill>
            <a:schemeClr val="accent5">
              <a:hueOff val="0"/>
              <a:satOff val="0"/>
              <a:lumOff val="0"/>
              <a:alphaOff val="0"/>
            </a:schemeClr>
          </a:solidFill>
          <a:prstDash val="dash"/>
          <a:miter lim="800000"/>
        </a:ln>
        <a:effectLst/>
      </dgm:spPr>
    </dgm:pt>
    <dgm:pt modelId="{8E8EB534-6FCA-4B4D-BB99-BF4D2C1FBF05}" type="pres">
      <dgm:prSet presAssocID="{70965352-E9FE-49F3-86E1-53C6978C5AF0}" presName="ConnectorPoint" presStyleLbl="fgAcc1" presStyleIdx="3" presStyleCnt="6"/>
      <dgm:spPr>
        <a:solidFill>
          <a:schemeClr val="lt1">
            <a:alpha val="90000"/>
            <a:hueOff val="0"/>
            <a:satOff val="0"/>
            <a:lumOff val="0"/>
            <a:alphaOff val="0"/>
          </a:schemeClr>
        </a:solidFill>
        <a:ln w="19050" cap="flat" cmpd="sng" algn="ctr">
          <a:noFill/>
          <a:prstDash val="solid"/>
          <a:miter lim="800000"/>
        </a:ln>
        <a:effectLst/>
      </dgm:spPr>
    </dgm:pt>
    <dgm:pt modelId="{36445904-7740-7543-8696-624627C02EE9}" type="pres">
      <dgm:prSet presAssocID="{70965352-E9FE-49F3-86E1-53C6978C5AF0}" presName="EmptyPlaceHolder" presStyleCnt="0"/>
      <dgm:spPr/>
    </dgm:pt>
    <dgm:pt modelId="{1892F967-852E-2647-809E-66771BC3CA41}" type="pres">
      <dgm:prSet presAssocID="{214A0F78-CC42-4831-92A1-CB9F4EEB4D12}" presName="spaceBetweenRectangles" presStyleCnt="0"/>
      <dgm:spPr/>
    </dgm:pt>
    <dgm:pt modelId="{E9DBF05F-6447-7C49-860E-D3875DB6390B}" type="pres">
      <dgm:prSet presAssocID="{2F26EA72-F93C-45CA-B9BC-538713A84130}" presName="composite" presStyleCnt="0"/>
      <dgm:spPr/>
    </dgm:pt>
    <dgm:pt modelId="{657CD807-FB41-984C-B793-D159D0488EB1}" type="pres">
      <dgm:prSet presAssocID="{2F26EA72-F93C-45CA-B9BC-538713A84130}" presName="L1TextContainer" presStyleLbl="revTx" presStyleIdx="4" presStyleCnt="6">
        <dgm:presLayoutVars>
          <dgm:chMax val="1"/>
          <dgm:chPref val="1"/>
          <dgm:bulletEnabled val="1"/>
        </dgm:presLayoutVars>
      </dgm:prSet>
      <dgm:spPr/>
    </dgm:pt>
    <dgm:pt modelId="{63A6BF2F-9B7D-AB4E-8D51-69D5C8A9933F}" type="pres">
      <dgm:prSet presAssocID="{2F26EA72-F93C-45CA-B9BC-538713A84130}" presName="L2TextContainerWrapper" presStyleCnt="0">
        <dgm:presLayoutVars>
          <dgm:chMax val="0"/>
          <dgm:chPref val="0"/>
          <dgm:bulletEnabled val="1"/>
        </dgm:presLayoutVars>
      </dgm:prSet>
      <dgm:spPr/>
    </dgm:pt>
    <dgm:pt modelId="{F7745F13-19C2-5940-BB35-47F9CA3770FF}" type="pres">
      <dgm:prSet presAssocID="{2F26EA72-F93C-45CA-B9BC-538713A84130}" presName="L2TextContainer" presStyleLbl="bgAccFollowNode1" presStyleIdx="4" presStyleCnt="6"/>
      <dgm:spPr/>
    </dgm:pt>
    <dgm:pt modelId="{2BF30D23-5BED-A64B-B1F0-B5B78CCDBF6B}" type="pres">
      <dgm:prSet presAssocID="{2F26EA72-F93C-45CA-B9BC-538713A84130}" presName="FlexibleEmptyPlaceHolder" presStyleCnt="0"/>
      <dgm:spPr/>
    </dgm:pt>
    <dgm:pt modelId="{049AE254-296D-564E-87F1-9F9C460BD422}" type="pres">
      <dgm:prSet presAssocID="{2F26EA72-F93C-45CA-B9BC-538713A84130}" presName="ConnectLine" presStyleLbl="alignNode1" presStyleIdx="4" presStyleCnt="6"/>
      <dgm:spPr>
        <a:solidFill>
          <a:schemeClr val="accent6">
            <a:hueOff val="0"/>
            <a:satOff val="0"/>
            <a:lumOff val="0"/>
            <a:alphaOff val="0"/>
          </a:schemeClr>
        </a:solidFill>
        <a:ln w="6350" cap="flat" cmpd="sng" algn="ctr">
          <a:solidFill>
            <a:schemeClr val="accent6">
              <a:hueOff val="0"/>
              <a:satOff val="0"/>
              <a:lumOff val="0"/>
              <a:alphaOff val="0"/>
            </a:schemeClr>
          </a:solidFill>
          <a:prstDash val="dash"/>
          <a:miter lim="800000"/>
        </a:ln>
        <a:effectLst/>
      </dgm:spPr>
    </dgm:pt>
    <dgm:pt modelId="{B390DC7B-1897-134D-8987-72F1FD74FAE2}" type="pres">
      <dgm:prSet presAssocID="{2F26EA72-F93C-45CA-B9BC-538713A84130}" presName="ConnectorPoint" presStyleLbl="fgAcc1" presStyleIdx="4" presStyleCnt="6"/>
      <dgm:spPr>
        <a:solidFill>
          <a:schemeClr val="lt1">
            <a:alpha val="90000"/>
            <a:hueOff val="0"/>
            <a:satOff val="0"/>
            <a:lumOff val="0"/>
            <a:alphaOff val="0"/>
          </a:schemeClr>
        </a:solidFill>
        <a:ln w="19050" cap="flat" cmpd="sng" algn="ctr">
          <a:noFill/>
          <a:prstDash val="solid"/>
          <a:miter lim="800000"/>
        </a:ln>
        <a:effectLst/>
      </dgm:spPr>
    </dgm:pt>
    <dgm:pt modelId="{8FB15793-CCF4-8140-AC3A-455A6AE94C98}" type="pres">
      <dgm:prSet presAssocID="{2F26EA72-F93C-45CA-B9BC-538713A84130}" presName="EmptyPlaceHolder" presStyleCnt="0"/>
      <dgm:spPr/>
    </dgm:pt>
    <dgm:pt modelId="{C3665C77-D0E7-7F49-82DD-54D4003FBE93}" type="pres">
      <dgm:prSet presAssocID="{DD7664A9-B2B9-489B-82CB-483D092B04F1}" presName="spaceBetweenRectangles" presStyleCnt="0"/>
      <dgm:spPr/>
    </dgm:pt>
    <dgm:pt modelId="{26E835AF-EF25-E343-9516-C4C47F7F31FE}" type="pres">
      <dgm:prSet presAssocID="{1156264A-E7BE-460B-98C8-090E3A554928}" presName="composite" presStyleCnt="0"/>
      <dgm:spPr/>
    </dgm:pt>
    <dgm:pt modelId="{0BACA618-E2C9-284A-A81F-1976BB652294}" type="pres">
      <dgm:prSet presAssocID="{1156264A-E7BE-460B-98C8-090E3A554928}" presName="L1TextContainer" presStyleLbl="revTx" presStyleIdx="5" presStyleCnt="6">
        <dgm:presLayoutVars>
          <dgm:chMax val="1"/>
          <dgm:chPref val="1"/>
          <dgm:bulletEnabled val="1"/>
        </dgm:presLayoutVars>
      </dgm:prSet>
      <dgm:spPr/>
    </dgm:pt>
    <dgm:pt modelId="{E338F890-41A1-A943-BC5F-B0B32227561E}" type="pres">
      <dgm:prSet presAssocID="{1156264A-E7BE-460B-98C8-090E3A554928}" presName="L2TextContainerWrapper" presStyleCnt="0">
        <dgm:presLayoutVars>
          <dgm:chMax val="0"/>
          <dgm:chPref val="0"/>
          <dgm:bulletEnabled val="1"/>
        </dgm:presLayoutVars>
      </dgm:prSet>
      <dgm:spPr/>
    </dgm:pt>
    <dgm:pt modelId="{3751E1D4-69CC-684B-86EE-267C30B0D91F}" type="pres">
      <dgm:prSet presAssocID="{1156264A-E7BE-460B-98C8-090E3A554928}" presName="L2TextContainer" presStyleLbl="bgAccFollowNode1" presStyleIdx="5" presStyleCnt="6"/>
      <dgm:spPr/>
    </dgm:pt>
    <dgm:pt modelId="{32770EB6-3FDA-0B49-A53F-157941379928}" type="pres">
      <dgm:prSet presAssocID="{1156264A-E7BE-460B-98C8-090E3A554928}" presName="FlexibleEmptyPlaceHolder" presStyleCnt="0"/>
      <dgm:spPr/>
    </dgm:pt>
    <dgm:pt modelId="{CC93BB83-EDAD-9E4A-AF61-BEDE282FBBB3}" type="pres">
      <dgm:prSet presAssocID="{1156264A-E7BE-460B-98C8-090E3A554928}" presName="ConnectLine" presStyleLbl="alignNode1" presStyleIdx="5" presStyleCnt="6"/>
      <dgm:spPr>
        <a:solidFill>
          <a:schemeClr val="accent2">
            <a:hueOff val="0"/>
            <a:satOff val="0"/>
            <a:lumOff val="0"/>
            <a:alphaOff val="0"/>
          </a:schemeClr>
        </a:solidFill>
        <a:ln w="6350" cap="flat" cmpd="sng" algn="ctr">
          <a:solidFill>
            <a:schemeClr val="accent2">
              <a:hueOff val="0"/>
              <a:satOff val="0"/>
              <a:lumOff val="0"/>
              <a:alphaOff val="0"/>
            </a:schemeClr>
          </a:solidFill>
          <a:prstDash val="dash"/>
          <a:miter lim="800000"/>
        </a:ln>
        <a:effectLst/>
      </dgm:spPr>
    </dgm:pt>
    <dgm:pt modelId="{E1ED78AA-B486-B64E-9D52-BDE8AA3EE2A4}" type="pres">
      <dgm:prSet presAssocID="{1156264A-E7BE-460B-98C8-090E3A554928}" presName="ConnectorPoint" presStyleLbl="fgAcc1" presStyleIdx="5" presStyleCnt="6"/>
      <dgm:spPr>
        <a:solidFill>
          <a:schemeClr val="lt1">
            <a:alpha val="90000"/>
            <a:hueOff val="0"/>
            <a:satOff val="0"/>
            <a:lumOff val="0"/>
            <a:alphaOff val="0"/>
          </a:schemeClr>
        </a:solidFill>
        <a:ln w="19050" cap="flat" cmpd="sng" algn="ctr">
          <a:noFill/>
          <a:prstDash val="solid"/>
          <a:miter lim="800000"/>
        </a:ln>
        <a:effectLst/>
      </dgm:spPr>
    </dgm:pt>
    <dgm:pt modelId="{F9B17225-2FD1-3C45-BF87-795D580BB6CC}" type="pres">
      <dgm:prSet presAssocID="{1156264A-E7BE-460B-98C8-090E3A554928}" presName="EmptyPlaceHolder" presStyleCnt="0"/>
      <dgm:spPr/>
    </dgm:pt>
  </dgm:ptLst>
  <dgm:cxnLst>
    <dgm:cxn modelId="{384C8600-535D-4D82-8195-76536A7EC9CA}" srcId="{A07EAB80-0817-4F25-ACEC-75437634FF2B}" destId="{70965352-E9FE-49F3-86E1-53C6978C5AF0}" srcOrd="3" destOrd="0" parTransId="{6A5046E0-203D-44A7-B71D-E6248D8EE8DA}" sibTransId="{214A0F78-CC42-4831-92A1-CB9F4EEB4D12}"/>
    <dgm:cxn modelId="{F8062705-E858-4BD8-9302-3AD2EDFFA13D}" srcId="{A07EAB80-0817-4F25-ACEC-75437634FF2B}" destId="{3696394B-5DB1-4E91-ACA3-BBCBE63DB988}" srcOrd="1" destOrd="0" parTransId="{6BA98DCA-73F7-472E-8E32-0B66A319F706}" sibTransId="{1FBB64FE-35E5-4D33-9EBD-56E1DFE66805}"/>
    <dgm:cxn modelId="{AAACAD06-DF4B-484D-AF48-140950DFE79F}" srcId="{A07EAB80-0817-4F25-ACEC-75437634FF2B}" destId="{1156264A-E7BE-460B-98C8-090E3A554928}" srcOrd="5" destOrd="0" parTransId="{EF0B29A2-09D6-4B0F-9CD8-B25D3C1F34D0}" sibTransId="{02A9128F-30A6-4EE9-87F9-3A672AFFDEAC}"/>
    <dgm:cxn modelId="{26057110-92FC-4CB2-AED2-C247EFD7A469}" srcId="{70965352-E9FE-49F3-86E1-53C6978C5AF0}" destId="{970E63AD-08BA-4576-9601-99EB78E36306}" srcOrd="0" destOrd="0" parTransId="{067EA7AD-8998-4324-A156-F49F59625A8B}" sibTransId="{CA825994-06B1-45DA-A7CB-C13903D5CD44}"/>
    <dgm:cxn modelId="{5639CF19-2D3C-8D45-B76C-7D0A058100E0}" type="presOf" srcId="{25D6E990-E1F2-447C-B078-6CC31496614E}" destId="{9DE65F09-F6E0-4545-B64B-A0179CDE9D86}" srcOrd="0" destOrd="0" presId="urn:microsoft.com/office/officeart/2017/3/layout/HorizontalPathTimeline"/>
    <dgm:cxn modelId="{8EEEAA20-EF81-4A7D-99F3-0BCBCBD6DD80}" srcId="{1156264A-E7BE-460B-98C8-090E3A554928}" destId="{7237F9C4-D80D-4A73-8FC4-0B6335CF6019}" srcOrd="0" destOrd="0" parTransId="{CBB1659C-F0B3-40C7-8D1B-6FC86CBC55A9}" sibTransId="{C845CF6E-1EFC-4899-B0B8-4A8E9FFB683E}"/>
    <dgm:cxn modelId="{596ED92C-6EFF-5642-8A50-1D0403A46C83}" type="presOf" srcId="{2F26EA72-F93C-45CA-B9BC-538713A84130}" destId="{657CD807-FB41-984C-B793-D159D0488EB1}" srcOrd="0" destOrd="0" presId="urn:microsoft.com/office/officeart/2017/3/layout/HorizontalPathTimeline"/>
    <dgm:cxn modelId="{96FF323D-6AD3-744C-8953-A87134B7F8A7}" type="presOf" srcId="{A07EAB80-0817-4F25-ACEC-75437634FF2B}" destId="{1738C1F5-ADA3-0A48-88A0-03664317B20F}" srcOrd="0" destOrd="0" presId="urn:microsoft.com/office/officeart/2017/3/layout/HorizontalPathTimeline"/>
    <dgm:cxn modelId="{F1708741-EA4D-C747-8F35-0CE893EE0161}" type="presOf" srcId="{4CA3AA7D-ECF4-4CF6-814E-B74A55DC0D2F}" destId="{84D9F761-7651-BA4B-86DE-120AACA5F2BB}" srcOrd="0" destOrd="0" presId="urn:microsoft.com/office/officeart/2017/3/layout/HorizontalPathTimeline"/>
    <dgm:cxn modelId="{87451158-71C6-443A-B492-081F4CA5A442}" srcId="{A07EAB80-0817-4F25-ACEC-75437634FF2B}" destId="{6BDB424C-8AB4-4410-AF46-9D46E0B63C35}" srcOrd="2" destOrd="0" parTransId="{84277E71-EF6D-4E2D-90CD-2CEFCECA4A2B}" sibTransId="{3A350D99-D6D1-47EF-B9E7-BC9B7703343F}"/>
    <dgm:cxn modelId="{F98CDB69-F3EE-6D44-A26B-5C5940DDDAAC}" type="presOf" srcId="{46B67389-3936-41C4-97EE-A97FD48E124B}" destId="{54557906-F476-B54C-8253-5DFD69366627}" srcOrd="0" destOrd="0" presId="urn:microsoft.com/office/officeart/2017/3/layout/HorizontalPathTimeline"/>
    <dgm:cxn modelId="{BCDCBB6B-2450-0A44-B70F-664DFDBA856D}" type="presOf" srcId="{7671016E-BE65-4063-8A50-907DD94FF121}" destId="{A6485ECA-9286-2249-A908-3CFCB13167A4}" srcOrd="0" destOrd="0" presId="urn:microsoft.com/office/officeart/2017/3/layout/HorizontalPathTimeline"/>
    <dgm:cxn modelId="{220FBD8C-E949-4B37-8F2F-9ED47294E547}" srcId="{3696394B-5DB1-4E91-ACA3-BBCBE63DB988}" destId="{4CA3AA7D-ECF4-4CF6-814E-B74A55DC0D2F}" srcOrd="0" destOrd="0" parTransId="{19719831-994F-4042-A94C-EE6D18846B30}" sibTransId="{21ECCF7D-6982-43EF-B43E-D0FBF1382F50}"/>
    <dgm:cxn modelId="{4B31AE8E-D69B-4CEE-8B45-1FFCF492CBD9}" srcId="{2F26EA72-F93C-45CA-B9BC-538713A84130}" destId="{622162ED-A56E-481D-906B-FC0D8206BA27}" srcOrd="0" destOrd="0" parTransId="{9130AF24-786B-413E-BE5B-41456B3C5528}" sibTransId="{F278CB0A-95B8-4B11-BD74-0EF9B7D5DCD3}"/>
    <dgm:cxn modelId="{2DDAA394-5EF8-4F22-B58E-E17068C4C2BB}" srcId="{A07EAB80-0817-4F25-ACEC-75437634FF2B}" destId="{2F26EA72-F93C-45CA-B9BC-538713A84130}" srcOrd="4" destOrd="0" parTransId="{6A8D03E9-AE30-41C4-9004-EE098F39E811}" sibTransId="{DD7664A9-B2B9-489B-82CB-483D092B04F1}"/>
    <dgm:cxn modelId="{26DA719B-2172-3746-8D71-686A0BFA7A8B}" type="presOf" srcId="{1156264A-E7BE-460B-98C8-090E3A554928}" destId="{0BACA618-E2C9-284A-A81F-1976BB652294}" srcOrd="0" destOrd="0" presId="urn:microsoft.com/office/officeart/2017/3/layout/HorizontalPathTimeline"/>
    <dgm:cxn modelId="{E30993AB-9B04-D14A-AA4C-6603F4F7445B}" type="presOf" srcId="{6BDB424C-8AB4-4410-AF46-9D46E0B63C35}" destId="{C443A5B5-339A-CB45-843A-75B6174BC227}" srcOrd="0" destOrd="0" presId="urn:microsoft.com/office/officeart/2017/3/layout/HorizontalPathTimeline"/>
    <dgm:cxn modelId="{0D902DB3-62A3-424F-BBF6-48B23467DD26}" srcId="{46B67389-3936-41C4-97EE-A97FD48E124B}" destId="{7671016E-BE65-4063-8A50-907DD94FF121}" srcOrd="0" destOrd="0" parTransId="{37E1B7CC-9797-4D05-BAC6-C9D6D8990C59}" sibTransId="{5E8E6799-28A4-4FD7-A690-CECE6162347E}"/>
    <dgm:cxn modelId="{277145BE-930B-9244-B41D-44E13B11B7E1}" type="presOf" srcId="{3696394B-5DB1-4E91-ACA3-BBCBE63DB988}" destId="{D66AABCC-F343-A049-9B4B-675B407FCF71}" srcOrd="0" destOrd="0" presId="urn:microsoft.com/office/officeart/2017/3/layout/HorizontalPathTimeline"/>
    <dgm:cxn modelId="{E80ECACD-3D4F-FC49-9DDE-000B2C461E53}" type="presOf" srcId="{970E63AD-08BA-4576-9601-99EB78E36306}" destId="{136FBEA0-F801-564D-B6A3-B21F718FE35A}" srcOrd="0" destOrd="0" presId="urn:microsoft.com/office/officeart/2017/3/layout/HorizontalPathTimeline"/>
    <dgm:cxn modelId="{E36717D2-F8A2-4433-928E-993C3D7F5959}" srcId="{A07EAB80-0817-4F25-ACEC-75437634FF2B}" destId="{46B67389-3936-41C4-97EE-A97FD48E124B}" srcOrd="0" destOrd="0" parTransId="{C963E00E-A8D5-46BD-8AA2-1D76C03F641A}" sibTransId="{415D5BC4-03F9-4D5C-B347-7903265F433A}"/>
    <dgm:cxn modelId="{59C211E7-8545-0D42-BED6-D520C893C9A6}" type="presOf" srcId="{70965352-E9FE-49F3-86E1-53C6978C5AF0}" destId="{C26FD830-F222-FF44-9248-6EA31D9366A8}" srcOrd="0" destOrd="0" presId="urn:microsoft.com/office/officeart/2017/3/layout/HorizontalPathTimeline"/>
    <dgm:cxn modelId="{8BA39CE7-C142-5B45-90F1-A6A253120865}" type="presOf" srcId="{7237F9C4-D80D-4A73-8FC4-0B6335CF6019}" destId="{3751E1D4-69CC-684B-86EE-267C30B0D91F}" srcOrd="0" destOrd="0" presId="urn:microsoft.com/office/officeart/2017/3/layout/HorizontalPathTimeline"/>
    <dgm:cxn modelId="{FDC31DF9-B354-43C0-95CC-04B9E320FD89}" srcId="{6BDB424C-8AB4-4410-AF46-9D46E0B63C35}" destId="{25D6E990-E1F2-447C-B078-6CC31496614E}" srcOrd="0" destOrd="0" parTransId="{A8C2DF8B-A627-4058-BC3B-FACA3C12695F}" sibTransId="{74AA94C6-44AB-460B-9F8B-EE349C534271}"/>
    <dgm:cxn modelId="{16A297FA-816D-A64A-91AA-6BA75C6D435A}" type="presOf" srcId="{622162ED-A56E-481D-906B-FC0D8206BA27}" destId="{F7745F13-19C2-5940-BB35-47F9CA3770FF}" srcOrd="0" destOrd="0" presId="urn:microsoft.com/office/officeart/2017/3/layout/HorizontalPathTimeline"/>
    <dgm:cxn modelId="{3EAF126A-DE13-6B4F-A3B1-12500E6D5007}" type="presParOf" srcId="{1738C1F5-ADA3-0A48-88A0-03664317B20F}" destId="{AE39C897-3D1E-914B-AC2B-972DEEC5E229}" srcOrd="0" destOrd="0" presId="urn:microsoft.com/office/officeart/2017/3/layout/HorizontalPathTimeline"/>
    <dgm:cxn modelId="{6CA5C338-F874-394E-833B-F524C46B30EE}" type="presParOf" srcId="{1738C1F5-ADA3-0A48-88A0-03664317B20F}" destId="{D232DE92-B61A-0341-90FD-25E4976B6F14}" srcOrd="1" destOrd="0" presId="urn:microsoft.com/office/officeart/2017/3/layout/HorizontalPathTimeline"/>
    <dgm:cxn modelId="{8D7165CF-F15A-3748-A5A0-9FCF0F978E83}" type="presParOf" srcId="{D232DE92-B61A-0341-90FD-25E4976B6F14}" destId="{8D235E98-DD2B-A040-A093-19EC95EF4ED8}" srcOrd="0" destOrd="0" presId="urn:microsoft.com/office/officeart/2017/3/layout/HorizontalPathTimeline"/>
    <dgm:cxn modelId="{F7D0F171-DC55-D24B-BFBC-B582CB81B6CF}" type="presParOf" srcId="{8D235E98-DD2B-A040-A093-19EC95EF4ED8}" destId="{54557906-F476-B54C-8253-5DFD69366627}" srcOrd="0" destOrd="0" presId="urn:microsoft.com/office/officeart/2017/3/layout/HorizontalPathTimeline"/>
    <dgm:cxn modelId="{86AB0242-D512-364F-9220-7F164C377693}" type="presParOf" srcId="{8D235E98-DD2B-A040-A093-19EC95EF4ED8}" destId="{B1E4A206-5ED4-D24E-9312-EE6A790D6747}" srcOrd="1" destOrd="0" presId="urn:microsoft.com/office/officeart/2017/3/layout/HorizontalPathTimeline"/>
    <dgm:cxn modelId="{44F3056A-5D1A-F041-AD1E-CB7FAC227C3E}" type="presParOf" srcId="{B1E4A206-5ED4-D24E-9312-EE6A790D6747}" destId="{A6485ECA-9286-2249-A908-3CFCB13167A4}" srcOrd="0" destOrd="0" presId="urn:microsoft.com/office/officeart/2017/3/layout/HorizontalPathTimeline"/>
    <dgm:cxn modelId="{0994F7D1-C809-F142-B692-7F7227B77418}" type="presParOf" srcId="{B1E4A206-5ED4-D24E-9312-EE6A790D6747}" destId="{A48F1080-C0A3-E74B-93CC-F3E41EA5C652}" srcOrd="1" destOrd="0" presId="urn:microsoft.com/office/officeart/2017/3/layout/HorizontalPathTimeline"/>
    <dgm:cxn modelId="{114D5A26-4AA5-EB44-830A-CA20EE9F02F7}" type="presParOf" srcId="{8D235E98-DD2B-A040-A093-19EC95EF4ED8}" destId="{C8A6900F-C1B0-9647-A4C0-DFF24B7683A2}" srcOrd="2" destOrd="0" presId="urn:microsoft.com/office/officeart/2017/3/layout/HorizontalPathTimeline"/>
    <dgm:cxn modelId="{B71F48D9-572D-064C-90AE-A4608B4CA1AA}" type="presParOf" srcId="{8D235E98-DD2B-A040-A093-19EC95EF4ED8}" destId="{572DFC43-794A-4742-AA66-6BA0691043CD}" srcOrd="3" destOrd="0" presId="urn:microsoft.com/office/officeart/2017/3/layout/HorizontalPathTimeline"/>
    <dgm:cxn modelId="{E34420DF-1AF7-9840-B306-7CAE069C7F99}" type="presParOf" srcId="{8D235E98-DD2B-A040-A093-19EC95EF4ED8}" destId="{01057CBB-94F7-6040-B485-79C002A1AA66}" srcOrd="4" destOrd="0" presId="urn:microsoft.com/office/officeart/2017/3/layout/HorizontalPathTimeline"/>
    <dgm:cxn modelId="{8572A8A8-BC9A-CF44-94F7-FF71B4E5B127}" type="presParOf" srcId="{D232DE92-B61A-0341-90FD-25E4976B6F14}" destId="{7FC6589C-5305-3F44-8832-AA6881E82F78}" srcOrd="1" destOrd="0" presId="urn:microsoft.com/office/officeart/2017/3/layout/HorizontalPathTimeline"/>
    <dgm:cxn modelId="{E1BB959F-5450-3C4E-8837-74390D36E3C3}" type="presParOf" srcId="{D232DE92-B61A-0341-90FD-25E4976B6F14}" destId="{910FF5C2-09BA-C543-8AFA-D61F36EA20BB}" srcOrd="2" destOrd="0" presId="urn:microsoft.com/office/officeart/2017/3/layout/HorizontalPathTimeline"/>
    <dgm:cxn modelId="{4D2069AE-70ED-BC40-83FC-CBDA78BEA15D}" type="presParOf" srcId="{910FF5C2-09BA-C543-8AFA-D61F36EA20BB}" destId="{D66AABCC-F343-A049-9B4B-675B407FCF71}" srcOrd="0" destOrd="0" presId="urn:microsoft.com/office/officeart/2017/3/layout/HorizontalPathTimeline"/>
    <dgm:cxn modelId="{C7AECA0A-645F-E84C-8032-EFAEC29C1E57}" type="presParOf" srcId="{910FF5C2-09BA-C543-8AFA-D61F36EA20BB}" destId="{92728D4D-0FA0-F546-A534-F7164B75EA0E}" srcOrd="1" destOrd="0" presId="urn:microsoft.com/office/officeart/2017/3/layout/HorizontalPathTimeline"/>
    <dgm:cxn modelId="{162F3F8A-2D23-FB40-AB25-2315799B3E32}" type="presParOf" srcId="{92728D4D-0FA0-F546-A534-F7164B75EA0E}" destId="{84D9F761-7651-BA4B-86DE-120AACA5F2BB}" srcOrd="0" destOrd="0" presId="urn:microsoft.com/office/officeart/2017/3/layout/HorizontalPathTimeline"/>
    <dgm:cxn modelId="{2CF05A30-0BDD-224C-A34E-830D014F7BC5}" type="presParOf" srcId="{92728D4D-0FA0-F546-A534-F7164B75EA0E}" destId="{C253CEBA-B54E-9F41-8BF1-960A1F05BE71}" srcOrd="1" destOrd="0" presId="urn:microsoft.com/office/officeart/2017/3/layout/HorizontalPathTimeline"/>
    <dgm:cxn modelId="{DCA760A6-9B45-8543-8026-009E8461E209}" type="presParOf" srcId="{910FF5C2-09BA-C543-8AFA-D61F36EA20BB}" destId="{FBD7550A-4A91-3D44-B589-6426D92C3607}" srcOrd="2" destOrd="0" presId="urn:microsoft.com/office/officeart/2017/3/layout/HorizontalPathTimeline"/>
    <dgm:cxn modelId="{FFB0B04B-47CC-014B-BBC1-720C21CE76BB}" type="presParOf" srcId="{910FF5C2-09BA-C543-8AFA-D61F36EA20BB}" destId="{4C1675C5-C995-E845-85C0-0D757E767895}" srcOrd="3" destOrd="0" presId="urn:microsoft.com/office/officeart/2017/3/layout/HorizontalPathTimeline"/>
    <dgm:cxn modelId="{652FC6B2-1674-9546-96AF-94338AC09C29}" type="presParOf" srcId="{910FF5C2-09BA-C543-8AFA-D61F36EA20BB}" destId="{E36B73CC-B415-8C47-92F4-70EEA65B0F53}" srcOrd="4" destOrd="0" presId="urn:microsoft.com/office/officeart/2017/3/layout/HorizontalPathTimeline"/>
    <dgm:cxn modelId="{04664D43-C08D-C944-9F41-29324F39E337}" type="presParOf" srcId="{D232DE92-B61A-0341-90FD-25E4976B6F14}" destId="{672ECBD8-1031-E141-B124-15FABD2B7819}" srcOrd="3" destOrd="0" presId="urn:microsoft.com/office/officeart/2017/3/layout/HorizontalPathTimeline"/>
    <dgm:cxn modelId="{00ED48E7-71C2-8940-A952-498883539A82}" type="presParOf" srcId="{D232DE92-B61A-0341-90FD-25E4976B6F14}" destId="{5391F4F0-E1F6-CB4E-85E4-EDC14A222A82}" srcOrd="4" destOrd="0" presId="urn:microsoft.com/office/officeart/2017/3/layout/HorizontalPathTimeline"/>
    <dgm:cxn modelId="{AD0DE93F-5949-1543-A7FB-C457AA5EA111}" type="presParOf" srcId="{5391F4F0-E1F6-CB4E-85E4-EDC14A222A82}" destId="{C443A5B5-339A-CB45-843A-75B6174BC227}" srcOrd="0" destOrd="0" presId="urn:microsoft.com/office/officeart/2017/3/layout/HorizontalPathTimeline"/>
    <dgm:cxn modelId="{8D3C3FCE-87DA-6F41-B1CC-67089CE44E5D}" type="presParOf" srcId="{5391F4F0-E1F6-CB4E-85E4-EDC14A222A82}" destId="{4C26007E-1A6D-5240-9118-25E767DA51FD}" srcOrd="1" destOrd="0" presId="urn:microsoft.com/office/officeart/2017/3/layout/HorizontalPathTimeline"/>
    <dgm:cxn modelId="{B22EBA4B-45C7-6945-A512-9EE9C5E41F4D}" type="presParOf" srcId="{4C26007E-1A6D-5240-9118-25E767DA51FD}" destId="{9DE65F09-F6E0-4545-B64B-A0179CDE9D86}" srcOrd="0" destOrd="0" presId="urn:microsoft.com/office/officeart/2017/3/layout/HorizontalPathTimeline"/>
    <dgm:cxn modelId="{D9357BB0-3639-8E4C-8309-52DAD2DD44BE}" type="presParOf" srcId="{4C26007E-1A6D-5240-9118-25E767DA51FD}" destId="{73A282EC-0CDC-FC4E-A101-C8A93F3BC1F4}" srcOrd="1" destOrd="0" presId="urn:microsoft.com/office/officeart/2017/3/layout/HorizontalPathTimeline"/>
    <dgm:cxn modelId="{874641F5-EB25-7549-B183-312A80AD4529}" type="presParOf" srcId="{5391F4F0-E1F6-CB4E-85E4-EDC14A222A82}" destId="{05FF442B-D220-9143-BF3E-A0666645A07A}" srcOrd="2" destOrd="0" presId="urn:microsoft.com/office/officeart/2017/3/layout/HorizontalPathTimeline"/>
    <dgm:cxn modelId="{FBD00E32-96F8-534D-929C-3EB8DEB4CB27}" type="presParOf" srcId="{5391F4F0-E1F6-CB4E-85E4-EDC14A222A82}" destId="{F12ADA0A-53C3-DD4C-B190-73DAFEDB0B2A}" srcOrd="3" destOrd="0" presId="urn:microsoft.com/office/officeart/2017/3/layout/HorizontalPathTimeline"/>
    <dgm:cxn modelId="{B3DF77AB-44A6-8341-B415-D05B2CAD017A}" type="presParOf" srcId="{5391F4F0-E1F6-CB4E-85E4-EDC14A222A82}" destId="{FABA288F-13FE-0942-BF1E-1952E4C170C1}" srcOrd="4" destOrd="0" presId="urn:microsoft.com/office/officeart/2017/3/layout/HorizontalPathTimeline"/>
    <dgm:cxn modelId="{D69AA02A-F038-3649-AF09-BD55916A0DF7}" type="presParOf" srcId="{D232DE92-B61A-0341-90FD-25E4976B6F14}" destId="{095FD17F-5FCB-6F4A-98AC-F49BE1CDE565}" srcOrd="5" destOrd="0" presId="urn:microsoft.com/office/officeart/2017/3/layout/HorizontalPathTimeline"/>
    <dgm:cxn modelId="{C692B084-5BD5-994E-853C-8F6C9820AFC6}" type="presParOf" srcId="{D232DE92-B61A-0341-90FD-25E4976B6F14}" destId="{B612ADA3-E5F3-F844-B5D5-F1F8FA12CAD6}" srcOrd="6" destOrd="0" presId="urn:microsoft.com/office/officeart/2017/3/layout/HorizontalPathTimeline"/>
    <dgm:cxn modelId="{82054854-F1ED-3F42-834C-288A7F81C738}" type="presParOf" srcId="{B612ADA3-E5F3-F844-B5D5-F1F8FA12CAD6}" destId="{C26FD830-F222-FF44-9248-6EA31D9366A8}" srcOrd="0" destOrd="0" presId="urn:microsoft.com/office/officeart/2017/3/layout/HorizontalPathTimeline"/>
    <dgm:cxn modelId="{01D89292-09B3-0143-8EDE-813DF3E6C4C6}" type="presParOf" srcId="{B612ADA3-E5F3-F844-B5D5-F1F8FA12CAD6}" destId="{0D2F4893-751A-7B4D-9A59-1302B5D034B7}" srcOrd="1" destOrd="0" presId="urn:microsoft.com/office/officeart/2017/3/layout/HorizontalPathTimeline"/>
    <dgm:cxn modelId="{3BC340D6-4B4A-1343-8A26-B5845C25E8A6}" type="presParOf" srcId="{0D2F4893-751A-7B4D-9A59-1302B5D034B7}" destId="{136FBEA0-F801-564D-B6A3-B21F718FE35A}" srcOrd="0" destOrd="0" presId="urn:microsoft.com/office/officeart/2017/3/layout/HorizontalPathTimeline"/>
    <dgm:cxn modelId="{C13165D7-9BB2-E543-9B13-F62599A69BB5}" type="presParOf" srcId="{0D2F4893-751A-7B4D-9A59-1302B5D034B7}" destId="{572A8F48-2C66-AE49-A68E-5006A10B28D8}" srcOrd="1" destOrd="0" presId="urn:microsoft.com/office/officeart/2017/3/layout/HorizontalPathTimeline"/>
    <dgm:cxn modelId="{8E50E04C-22A1-C04B-A170-3C42868C00BA}" type="presParOf" srcId="{B612ADA3-E5F3-F844-B5D5-F1F8FA12CAD6}" destId="{A7E69A9F-DED4-BE43-80C6-8209AB360209}" srcOrd="2" destOrd="0" presId="urn:microsoft.com/office/officeart/2017/3/layout/HorizontalPathTimeline"/>
    <dgm:cxn modelId="{3ADEEE3B-24F7-1145-A151-DF993F95B4AD}" type="presParOf" srcId="{B612ADA3-E5F3-F844-B5D5-F1F8FA12CAD6}" destId="{8E8EB534-6FCA-4B4D-BB99-BF4D2C1FBF05}" srcOrd="3" destOrd="0" presId="urn:microsoft.com/office/officeart/2017/3/layout/HorizontalPathTimeline"/>
    <dgm:cxn modelId="{B0833BAB-48E5-EF41-B2B8-9350E6E74C49}" type="presParOf" srcId="{B612ADA3-E5F3-F844-B5D5-F1F8FA12CAD6}" destId="{36445904-7740-7543-8696-624627C02EE9}" srcOrd="4" destOrd="0" presId="urn:microsoft.com/office/officeart/2017/3/layout/HorizontalPathTimeline"/>
    <dgm:cxn modelId="{E86797D0-DBA0-1D44-89F0-0B97B297FFA3}" type="presParOf" srcId="{D232DE92-B61A-0341-90FD-25E4976B6F14}" destId="{1892F967-852E-2647-809E-66771BC3CA41}" srcOrd="7" destOrd="0" presId="urn:microsoft.com/office/officeart/2017/3/layout/HorizontalPathTimeline"/>
    <dgm:cxn modelId="{6DBAA0A6-C73C-0349-BB86-E8ECFC94C71D}" type="presParOf" srcId="{D232DE92-B61A-0341-90FD-25E4976B6F14}" destId="{E9DBF05F-6447-7C49-860E-D3875DB6390B}" srcOrd="8" destOrd="0" presId="urn:microsoft.com/office/officeart/2017/3/layout/HorizontalPathTimeline"/>
    <dgm:cxn modelId="{BB58EE99-BD23-1A4C-83C8-E4DA03C03618}" type="presParOf" srcId="{E9DBF05F-6447-7C49-860E-D3875DB6390B}" destId="{657CD807-FB41-984C-B793-D159D0488EB1}" srcOrd="0" destOrd="0" presId="urn:microsoft.com/office/officeart/2017/3/layout/HorizontalPathTimeline"/>
    <dgm:cxn modelId="{63561EC6-0DD8-7E4A-8453-1CD2BB339B11}" type="presParOf" srcId="{E9DBF05F-6447-7C49-860E-D3875DB6390B}" destId="{63A6BF2F-9B7D-AB4E-8D51-69D5C8A9933F}" srcOrd="1" destOrd="0" presId="urn:microsoft.com/office/officeart/2017/3/layout/HorizontalPathTimeline"/>
    <dgm:cxn modelId="{3C04D619-7E31-5948-BC5D-B8142DFAE765}" type="presParOf" srcId="{63A6BF2F-9B7D-AB4E-8D51-69D5C8A9933F}" destId="{F7745F13-19C2-5940-BB35-47F9CA3770FF}" srcOrd="0" destOrd="0" presId="urn:microsoft.com/office/officeart/2017/3/layout/HorizontalPathTimeline"/>
    <dgm:cxn modelId="{D0A2481D-B38C-774D-930D-C73DE185DFE3}" type="presParOf" srcId="{63A6BF2F-9B7D-AB4E-8D51-69D5C8A9933F}" destId="{2BF30D23-5BED-A64B-B1F0-B5B78CCDBF6B}" srcOrd="1" destOrd="0" presId="urn:microsoft.com/office/officeart/2017/3/layout/HorizontalPathTimeline"/>
    <dgm:cxn modelId="{278998D7-4C37-9E4D-BF55-E2AECC26ED88}" type="presParOf" srcId="{E9DBF05F-6447-7C49-860E-D3875DB6390B}" destId="{049AE254-296D-564E-87F1-9F9C460BD422}" srcOrd="2" destOrd="0" presId="urn:microsoft.com/office/officeart/2017/3/layout/HorizontalPathTimeline"/>
    <dgm:cxn modelId="{E5E10C79-F486-3741-8DF8-7E3638BC331C}" type="presParOf" srcId="{E9DBF05F-6447-7C49-860E-D3875DB6390B}" destId="{B390DC7B-1897-134D-8987-72F1FD74FAE2}" srcOrd="3" destOrd="0" presId="urn:microsoft.com/office/officeart/2017/3/layout/HorizontalPathTimeline"/>
    <dgm:cxn modelId="{CA188839-1068-3A4A-92F4-76C15EF9DF25}" type="presParOf" srcId="{E9DBF05F-6447-7C49-860E-D3875DB6390B}" destId="{8FB15793-CCF4-8140-AC3A-455A6AE94C98}" srcOrd="4" destOrd="0" presId="urn:microsoft.com/office/officeart/2017/3/layout/HorizontalPathTimeline"/>
    <dgm:cxn modelId="{F3098523-CD74-F242-80B9-80C21FB2897D}" type="presParOf" srcId="{D232DE92-B61A-0341-90FD-25E4976B6F14}" destId="{C3665C77-D0E7-7F49-82DD-54D4003FBE93}" srcOrd="9" destOrd="0" presId="urn:microsoft.com/office/officeart/2017/3/layout/HorizontalPathTimeline"/>
    <dgm:cxn modelId="{6A488625-0E80-C141-AA89-651963485F5F}" type="presParOf" srcId="{D232DE92-B61A-0341-90FD-25E4976B6F14}" destId="{26E835AF-EF25-E343-9516-C4C47F7F31FE}" srcOrd="10" destOrd="0" presId="urn:microsoft.com/office/officeart/2017/3/layout/HorizontalPathTimeline"/>
    <dgm:cxn modelId="{C9E3C5A8-93FE-2B4F-B660-97FCAE45D4FF}" type="presParOf" srcId="{26E835AF-EF25-E343-9516-C4C47F7F31FE}" destId="{0BACA618-E2C9-284A-A81F-1976BB652294}" srcOrd="0" destOrd="0" presId="urn:microsoft.com/office/officeart/2017/3/layout/HorizontalPathTimeline"/>
    <dgm:cxn modelId="{78D601CB-85D3-6642-86CE-C986658DCCB9}" type="presParOf" srcId="{26E835AF-EF25-E343-9516-C4C47F7F31FE}" destId="{E338F890-41A1-A943-BC5F-B0B32227561E}" srcOrd="1" destOrd="0" presId="urn:microsoft.com/office/officeart/2017/3/layout/HorizontalPathTimeline"/>
    <dgm:cxn modelId="{6E5B4561-00E7-DB49-B0E4-E11F0CC3D39E}" type="presParOf" srcId="{E338F890-41A1-A943-BC5F-B0B32227561E}" destId="{3751E1D4-69CC-684B-86EE-267C30B0D91F}" srcOrd="0" destOrd="0" presId="urn:microsoft.com/office/officeart/2017/3/layout/HorizontalPathTimeline"/>
    <dgm:cxn modelId="{A42E0AA0-C4D2-5F41-89D5-F4A8FD524863}" type="presParOf" srcId="{E338F890-41A1-A943-BC5F-B0B32227561E}" destId="{32770EB6-3FDA-0B49-A53F-157941379928}" srcOrd="1" destOrd="0" presId="urn:microsoft.com/office/officeart/2017/3/layout/HorizontalPathTimeline"/>
    <dgm:cxn modelId="{8AE7276D-86C5-534B-A8F4-F083FF63431F}" type="presParOf" srcId="{26E835AF-EF25-E343-9516-C4C47F7F31FE}" destId="{CC93BB83-EDAD-9E4A-AF61-BEDE282FBBB3}" srcOrd="2" destOrd="0" presId="urn:microsoft.com/office/officeart/2017/3/layout/HorizontalPathTimeline"/>
    <dgm:cxn modelId="{4A055A87-51B9-DE4D-AB9B-CAF12DBEBF43}" type="presParOf" srcId="{26E835AF-EF25-E343-9516-C4C47F7F31FE}" destId="{E1ED78AA-B486-B64E-9D52-BDE8AA3EE2A4}" srcOrd="3" destOrd="0" presId="urn:microsoft.com/office/officeart/2017/3/layout/HorizontalPathTimeline"/>
    <dgm:cxn modelId="{2DEC0498-8E6E-F147-9F54-2F0E36A34129}" type="presParOf" srcId="{26E835AF-EF25-E343-9516-C4C47F7F31FE}" destId="{F9B17225-2FD1-3C45-BF87-795D580BB6CC}" srcOrd="4" destOrd="0" presId="urn:microsoft.com/office/officeart/2017/3/layout/HorizontalPath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EFD5799-3C9E-455A-A171-A9963B2BBC13}"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9B368DF6-6270-4C65-BE83-0720229BBF26}">
      <dgm:prSet/>
      <dgm:spPr/>
      <dgm:t>
        <a:bodyPr/>
        <a:lstStyle/>
        <a:p>
          <a:r>
            <a:rPr lang="en-GB" dirty="0"/>
            <a:t>&lt;!DOCTYPE html&gt; Declares the document type as HTML5.</a:t>
          </a:r>
          <a:endParaRPr lang="en-US" dirty="0"/>
        </a:p>
      </dgm:t>
    </dgm:pt>
    <dgm:pt modelId="{AEAE781A-6ABE-46D6-A913-68D9E2C7C77B}" type="parTrans" cxnId="{ECDD1C03-A8B5-472F-96C9-B0A617BD4DCC}">
      <dgm:prSet/>
      <dgm:spPr/>
      <dgm:t>
        <a:bodyPr/>
        <a:lstStyle/>
        <a:p>
          <a:endParaRPr lang="en-US"/>
        </a:p>
      </dgm:t>
    </dgm:pt>
    <dgm:pt modelId="{18E5CE7F-87B0-46CA-9EC9-BF5FE571C382}" type="sibTrans" cxnId="{ECDD1C03-A8B5-472F-96C9-B0A617BD4DCC}">
      <dgm:prSet/>
      <dgm:spPr/>
      <dgm:t>
        <a:bodyPr/>
        <a:lstStyle/>
        <a:p>
          <a:endParaRPr lang="en-US"/>
        </a:p>
      </dgm:t>
    </dgm:pt>
    <dgm:pt modelId="{E4DDDD53-488D-486D-B788-1808CF2EA879}">
      <dgm:prSet/>
      <dgm:spPr/>
      <dgm:t>
        <a:bodyPr/>
        <a:lstStyle/>
        <a:p>
          <a:r>
            <a:rPr lang="en-GB" dirty="0"/>
            <a:t>&lt;html&gt; Root element that wraps all the HTML content.</a:t>
          </a:r>
          <a:endParaRPr lang="en-US" dirty="0"/>
        </a:p>
      </dgm:t>
    </dgm:pt>
    <dgm:pt modelId="{C6568A42-8C77-42EF-ABB9-A64D00F97EAA}" type="parTrans" cxnId="{C159D917-F662-496C-AD6C-FB25578FA73C}">
      <dgm:prSet/>
      <dgm:spPr/>
      <dgm:t>
        <a:bodyPr/>
        <a:lstStyle/>
        <a:p>
          <a:endParaRPr lang="en-US"/>
        </a:p>
      </dgm:t>
    </dgm:pt>
    <dgm:pt modelId="{6E1586F0-53C3-453A-AAEE-BB88816FC697}" type="sibTrans" cxnId="{C159D917-F662-496C-AD6C-FB25578FA73C}">
      <dgm:prSet/>
      <dgm:spPr/>
      <dgm:t>
        <a:bodyPr/>
        <a:lstStyle/>
        <a:p>
          <a:endParaRPr lang="en-US"/>
        </a:p>
      </dgm:t>
    </dgm:pt>
    <dgm:pt modelId="{03B77254-3309-4A53-B371-BE94948A572B}">
      <dgm:prSet/>
      <dgm:spPr/>
      <dgm:t>
        <a:bodyPr/>
        <a:lstStyle/>
        <a:p>
          <a:r>
            <a:rPr lang="en-GB" dirty="0"/>
            <a:t>&lt;head&gt; Contains metadata, links to CSS, scripts, and page information.</a:t>
          </a:r>
          <a:endParaRPr lang="en-US" dirty="0"/>
        </a:p>
      </dgm:t>
    </dgm:pt>
    <dgm:pt modelId="{BF130B6A-E07B-4E24-B98A-F6904575862B}" type="parTrans" cxnId="{B7A04FC6-38B5-410A-93D9-151C5E744CA1}">
      <dgm:prSet/>
      <dgm:spPr/>
      <dgm:t>
        <a:bodyPr/>
        <a:lstStyle/>
        <a:p>
          <a:endParaRPr lang="en-US"/>
        </a:p>
      </dgm:t>
    </dgm:pt>
    <dgm:pt modelId="{BEF14A21-6FAC-4B26-B00B-C91FBA9339F3}" type="sibTrans" cxnId="{B7A04FC6-38B5-410A-93D9-151C5E744CA1}">
      <dgm:prSet/>
      <dgm:spPr/>
      <dgm:t>
        <a:bodyPr/>
        <a:lstStyle/>
        <a:p>
          <a:endParaRPr lang="en-US"/>
        </a:p>
      </dgm:t>
    </dgm:pt>
    <dgm:pt modelId="{459B13D4-1786-4A0F-9B64-F939F26E7F79}">
      <dgm:prSet/>
      <dgm:spPr/>
      <dgm:t>
        <a:bodyPr/>
        <a:lstStyle/>
        <a:p>
          <a:r>
            <a:rPr lang="en-GB" dirty="0"/>
            <a:t>&lt;meta&gt; Provides metadata (charset, viewport, SEO description, etc.).</a:t>
          </a:r>
          <a:endParaRPr lang="en-US" dirty="0"/>
        </a:p>
      </dgm:t>
    </dgm:pt>
    <dgm:pt modelId="{4F0CA1C8-5206-402D-B2AA-6B0FE3493755}" type="parTrans" cxnId="{6B186167-85EC-4DBB-8448-1357A3FE8EB0}">
      <dgm:prSet/>
      <dgm:spPr/>
      <dgm:t>
        <a:bodyPr/>
        <a:lstStyle/>
        <a:p>
          <a:endParaRPr lang="en-US"/>
        </a:p>
      </dgm:t>
    </dgm:pt>
    <dgm:pt modelId="{D38061AD-6F74-4BC7-92DB-80293096C4A8}" type="sibTrans" cxnId="{6B186167-85EC-4DBB-8448-1357A3FE8EB0}">
      <dgm:prSet/>
      <dgm:spPr/>
      <dgm:t>
        <a:bodyPr/>
        <a:lstStyle/>
        <a:p>
          <a:endParaRPr lang="en-US"/>
        </a:p>
      </dgm:t>
    </dgm:pt>
    <dgm:pt modelId="{63A0462C-A1DF-47F4-AA97-42A0EE9416D0}">
      <dgm:prSet/>
      <dgm:spPr/>
      <dgm:t>
        <a:bodyPr/>
        <a:lstStyle/>
        <a:p>
          <a:r>
            <a:rPr lang="en-GB" dirty="0"/>
            <a:t>&lt;title&gt; Defines the page title shown on the browser tab.</a:t>
          </a:r>
          <a:endParaRPr lang="en-US" dirty="0"/>
        </a:p>
      </dgm:t>
    </dgm:pt>
    <dgm:pt modelId="{EFE754FE-4D01-416D-9110-0AA59F469B78}" type="parTrans" cxnId="{99C6A56B-1DC7-4537-9969-86D61C3ED6DD}">
      <dgm:prSet/>
      <dgm:spPr/>
      <dgm:t>
        <a:bodyPr/>
        <a:lstStyle/>
        <a:p>
          <a:endParaRPr lang="en-US"/>
        </a:p>
      </dgm:t>
    </dgm:pt>
    <dgm:pt modelId="{23C6820A-7B9A-4009-A0FF-85E5AF98E8EA}" type="sibTrans" cxnId="{99C6A56B-1DC7-4537-9969-86D61C3ED6DD}">
      <dgm:prSet/>
      <dgm:spPr/>
      <dgm:t>
        <a:bodyPr/>
        <a:lstStyle/>
        <a:p>
          <a:endParaRPr lang="en-US"/>
        </a:p>
      </dgm:t>
    </dgm:pt>
    <dgm:pt modelId="{0E02D437-EF63-49BA-91DC-5574D8EC1484}">
      <dgm:prSet/>
      <dgm:spPr/>
      <dgm:t>
        <a:bodyPr/>
        <a:lstStyle/>
        <a:p>
          <a:r>
            <a:rPr lang="en-GB" dirty="0"/>
            <a:t>&lt;link&gt; Links external resources like CSS files.</a:t>
          </a:r>
          <a:endParaRPr lang="en-US" dirty="0"/>
        </a:p>
      </dgm:t>
    </dgm:pt>
    <dgm:pt modelId="{DC44E650-06F2-4E45-804B-D5BF44793198}" type="parTrans" cxnId="{4CF12BEA-047C-4C03-B3F1-A6C12131D2BC}">
      <dgm:prSet/>
      <dgm:spPr/>
      <dgm:t>
        <a:bodyPr/>
        <a:lstStyle/>
        <a:p>
          <a:endParaRPr lang="en-US"/>
        </a:p>
      </dgm:t>
    </dgm:pt>
    <dgm:pt modelId="{B82997EA-FD5F-4AF7-98B7-4591D32B077B}" type="sibTrans" cxnId="{4CF12BEA-047C-4C03-B3F1-A6C12131D2BC}">
      <dgm:prSet/>
      <dgm:spPr/>
      <dgm:t>
        <a:bodyPr/>
        <a:lstStyle/>
        <a:p>
          <a:endParaRPr lang="en-US"/>
        </a:p>
      </dgm:t>
    </dgm:pt>
    <dgm:pt modelId="{C9314427-7706-44F4-BE5F-D15990640A09}">
      <dgm:prSet/>
      <dgm:spPr/>
      <dgm:t>
        <a:bodyPr/>
        <a:lstStyle/>
        <a:p>
          <a:r>
            <a:rPr lang="en-GB"/>
            <a:t>&lt;body&gt; Contains all the visible page content.</a:t>
          </a:r>
          <a:endParaRPr lang="en-US"/>
        </a:p>
      </dgm:t>
    </dgm:pt>
    <dgm:pt modelId="{77C15B06-776B-485A-BB92-E508CBEF2403}" type="parTrans" cxnId="{DD24ACFA-D7A5-4A82-BFD0-152A652265D4}">
      <dgm:prSet/>
      <dgm:spPr/>
      <dgm:t>
        <a:bodyPr/>
        <a:lstStyle/>
        <a:p>
          <a:endParaRPr lang="en-US"/>
        </a:p>
      </dgm:t>
    </dgm:pt>
    <dgm:pt modelId="{745CD1BA-CFCF-4651-953D-76D4A8E4690A}" type="sibTrans" cxnId="{DD24ACFA-D7A5-4A82-BFD0-152A652265D4}">
      <dgm:prSet/>
      <dgm:spPr/>
      <dgm:t>
        <a:bodyPr/>
        <a:lstStyle/>
        <a:p>
          <a:endParaRPr lang="en-US"/>
        </a:p>
      </dgm:t>
    </dgm:pt>
    <dgm:pt modelId="{15C67329-B249-4847-A763-EFAD94BD6B21}" type="pres">
      <dgm:prSet presAssocID="{9EFD5799-3C9E-455A-A171-A9963B2BBC13}" presName="linear" presStyleCnt="0">
        <dgm:presLayoutVars>
          <dgm:animLvl val="lvl"/>
          <dgm:resizeHandles val="exact"/>
        </dgm:presLayoutVars>
      </dgm:prSet>
      <dgm:spPr/>
    </dgm:pt>
    <dgm:pt modelId="{47AB3095-F233-DE4D-AC20-88EDBCA59E90}" type="pres">
      <dgm:prSet presAssocID="{9B368DF6-6270-4C65-BE83-0720229BBF26}" presName="parentText" presStyleLbl="node1" presStyleIdx="0" presStyleCnt="7">
        <dgm:presLayoutVars>
          <dgm:chMax val="0"/>
          <dgm:bulletEnabled val="1"/>
        </dgm:presLayoutVars>
      </dgm:prSet>
      <dgm:spPr/>
    </dgm:pt>
    <dgm:pt modelId="{5021B35C-1761-3A4F-9724-87DA766B8A4B}" type="pres">
      <dgm:prSet presAssocID="{18E5CE7F-87B0-46CA-9EC9-BF5FE571C382}" presName="spacer" presStyleCnt="0"/>
      <dgm:spPr/>
    </dgm:pt>
    <dgm:pt modelId="{FD5F62C6-B06A-0C4E-BCC7-B7EDBF31F76D}" type="pres">
      <dgm:prSet presAssocID="{E4DDDD53-488D-486D-B788-1808CF2EA879}" presName="parentText" presStyleLbl="node1" presStyleIdx="1" presStyleCnt="7">
        <dgm:presLayoutVars>
          <dgm:chMax val="0"/>
          <dgm:bulletEnabled val="1"/>
        </dgm:presLayoutVars>
      </dgm:prSet>
      <dgm:spPr/>
    </dgm:pt>
    <dgm:pt modelId="{9E61D9FD-BDEE-334C-878B-FB5164D70B71}" type="pres">
      <dgm:prSet presAssocID="{6E1586F0-53C3-453A-AAEE-BB88816FC697}" presName="spacer" presStyleCnt="0"/>
      <dgm:spPr/>
    </dgm:pt>
    <dgm:pt modelId="{116A3A36-76CA-9D46-A798-80FCD1CD381A}" type="pres">
      <dgm:prSet presAssocID="{03B77254-3309-4A53-B371-BE94948A572B}" presName="parentText" presStyleLbl="node1" presStyleIdx="2" presStyleCnt="7">
        <dgm:presLayoutVars>
          <dgm:chMax val="0"/>
          <dgm:bulletEnabled val="1"/>
        </dgm:presLayoutVars>
      </dgm:prSet>
      <dgm:spPr/>
    </dgm:pt>
    <dgm:pt modelId="{583F62FE-1B80-7E44-8FE8-C7475762F936}" type="pres">
      <dgm:prSet presAssocID="{BEF14A21-6FAC-4B26-B00B-C91FBA9339F3}" presName="spacer" presStyleCnt="0"/>
      <dgm:spPr/>
    </dgm:pt>
    <dgm:pt modelId="{95CB40B5-B016-7040-A392-7CD8165B4B27}" type="pres">
      <dgm:prSet presAssocID="{459B13D4-1786-4A0F-9B64-F939F26E7F79}" presName="parentText" presStyleLbl="node1" presStyleIdx="3" presStyleCnt="7">
        <dgm:presLayoutVars>
          <dgm:chMax val="0"/>
          <dgm:bulletEnabled val="1"/>
        </dgm:presLayoutVars>
      </dgm:prSet>
      <dgm:spPr/>
    </dgm:pt>
    <dgm:pt modelId="{7A4195DB-7415-6145-BFD6-074CF94AA320}" type="pres">
      <dgm:prSet presAssocID="{D38061AD-6F74-4BC7-92DB-80293096C4A8}" presName="spacer" presStyleCnt="0"/>
      <dgm:spPr/>
    </dgm:pt>
    <dgm:pt modelId="{52EF6F1E-087D-1040-B9C5-EF831B6C6ABC}" type="pres">
      <dgm:prSet presAssocID="{63A0462C-A1DF-47F4-AA97-42A0EE9416D0}" presName="parentText" presStyleLbl="node1" presStyleIdx="4" presStyleCnt="7">
        <dgm:presLayoutVars>
          <dgm:chMax val="0"/>
          <dgm:bulletEnabled val="1"/>
        </dgm:presLayoutVars>
      </dgm:prSet>
      <dgm:spPr/>
    </dgm:pt>
    <dgm:pt modelId="{F0C76538-EFDB-8945-9144-4FF3F5A83648}" type="pres">
      <dgm:prSet presAssocID="{23C6820A-7B9A-4009-A0FF-85E5AF98E8EA}" presName="spacer" presStyleCnt="0"/>
      <dgm:spPr/>
    </dgm:pt>
    <dgm:pt modelId="{64ABA572-3CE6-C742-B71A-4095B378B03F}" type="pres">
      <dgm:prSet presAssocID="{0E02D437-EF63-49BA-91DC-5574D8EC1484}" presName="parentText" presStyleLbl="node1" presStyleIdx="5" presStyleCnt="7">
        <dgm:presLayoutVars>
          <dgm:chMax val="0"/>
          <dgm:bulletEnabled val="1"/>
        </dgm:presLayoutVars>
      </dgm:prSet>
      <dgm:spPr/>
    </dgm:pt>
    <dgm:pt modelId="{C51C2206-D913-364B-B64B-F3C9FEF76C06}" type="pres">
      <dgm:prSet presAssocID="{B82997EA-FD5F-4AF7-98B7-4591D32B077B}" presName="spacer" presStyleCnt="0"/>
      <dgm:spPr/>
    </dgm:pt>
    <dgm:pt modelId="{5BF58660-7922-2341-A708-1040C824A6F8}" type="pres">
      <dgm:prSet presAssocID="{C9314427-7706-44F4-BE5F-D15990640A09}" presName="parentText" presStyleLbl="node1" presStyleIdx="6" presStyleCnt="7">
        <dgm:presLayoutVars>
          <dgm:chMax val="0"/>
          <dgm:bulletEnabled val="1"/>
        </dgm:presLayoutVars>
      </dgm:prSet>
      <dgm:spPr/>
    </dgm:pt>
  </dgm:ptLst>
  <dgm:cxnLst>
    <dgm:cxn modelId="{ECDD1C03-A8B5-472F-96C9-B0A617BD4DCC}" srcId="{9EFD5799-3C9E-455A-A171-A9963B2BBC13}" destId="{9B368DF6-6270-4C65-BE83-0720229BBF26}" srcOrd="0" destOrd="0" parTransId="{AEAE781A-6ABE-46D6-A913-68D9E2C7C77B}" sibTransId="{18E5CE7F-87B0-46CA-9EC9-BF5FE571C382}"/>
    <dgm:cxn modelId="{C159D917-F662-496C-AD6C-FB25578FA73C}" srcId="{9EFD5799-3C9E-455A-A171-A9963B2BBC13}" destId="{E4DDDD53-488D-486D-B788-1808CF2EA879}" srcOrd="1" destOrd="0" parTransId="{C6568A42-8C77-42EF-ABB9-A64D00F97EAA}" sibTransId="{6E1586F0-53C3-453A-AAEE-BB88816FC697}"/>
    <dgm:cxn modelId="{37AFC419-8870-E34A-B737-E94C5AE92F70}" type="presOf" srcId="{03B77254-3309-4A53-B371-BE94948A572B}" destId="{116A3A36-76CA-9D46-A798-80FCD1CD381A}" srcOrd="0" destOrd="0" presId="urn:microsoft.com/office/officeart/2005/8/layout/vList2"/>
    <dgm:cxn modelId="{AFE3BF1F-8096-4243-8F2B-00B08B4CF8B1}" type="presOf" srcId="{459B13D4-1786-4A0F-9B64-F939F26E7F79}" destId="{95CB40B5-B016-7040-A392-7CD8165B4B27}" srcOrd="0" destOrd="0" presId="urn:microsoft.com/office/officeart/2005/8/layout/vList2"/>
    <dgm:cxn modelId="{7833645E-BD54-3348-B85E-4F182DB185B2}" type="presOf" srcId="{63A0462C-A1DF-47F4-AA97-42A0EE9416D0}" destId="{52EF6F1E-087D-1040-B9C5-EF831B6C6ABC}" srcOrd="0" destOrd="0" presId="urn:microsoft.com/office/officeart/2005/8/layout/vList2"/>
    <dgm:cxn modelId="{6B186167-85EC-4DBB-8448-1357A3FE8EB0}" srcId="{9EFD5799-3C9E-455A-A171-A9963B2BBC13}" destId="{459B13D4-1786-4A0F-9B64-F939F26E7F79}" srcOrd="3" destOrd="0" parTransId="{4F0CA1C8-5206-402D-B2AA-6B0FE3493755}" sibTransId="{D38061AD-6F74-4BC7-92DB-80293096C4A8}"/>
    <dgm:cxn modelId="{99C6A56B-1DC7-4537-9969-86D61C3ED6DD}" srcId="{9EFD5799-3C9E-455A-A171-A9963B2BBC13}" destId="{63A0462C-A1DF-47F4-AA97-42A0EE9416D0}" srcOrd="4" destOrd="0" parTransId="{EFE754FE-4D01-416D-9110-0AA59F469B78}" sibTransId="{23C6820A-7B9A-4009-A0FF-85E5AF98E8EA}"/>
    <dgm:cxn modelId="{9EF3C16E-79C3-2A42-8BC4-0BED07FDD056}" type="presOf" srcId="{9EFD5799-3C9E-455A-A171-A9963B2BBC13}" destId="{15C67329-B249-4847-A763-EFAD94BD6B21}" srcOrd="0" destOrd="0" presId="urn:microsoft.com/office/officeart/2005/8/layout/vList2"/>
    <dgm:cxn modelId="{2DF46E71-122E-C542-A6C3-516FBACA4A89}" type="presOf" srcId="{E4DDDD53-488D-486D-B788-1808CF2EA879}" destId="{FD5F62C6-B06A-0C4E-BCC7-B7EDBF31F76D}" srcOrd="0" destOrd="0" presId="urn:microsoft.com/office/officeart/2005/8/layout/vList2"/>
    <dgm:cxn modelId="{E4AE34BA-DD4B-7A42-B73D-617CA7634C33}" type="presOf" srcId="{C9314427-7706-44F4-BE5F-D15990640A09}" destId="{5BF58660-7922-2341-A708-1040C824A6F8}" srcOrd="0" destOrd="0" presId="urn:microsoft.com/office/officeart/2005/8/layout/vList2"/>
    <dgm:cxn modelId="{B7A04FC6-38B5-410A-93D9-151C5E744CA1}" srcId="{9EFD5799-3C9E-455A-A171-A9963B2BBC13}" destId="{03B77254-3309-4A53-B371-BE94948A572B}" srcOrd="2" destOrd="0" parTransId="{BF130B6A-E07B-4E24-B98A-F6904575862B}" sibTransId="{BEF14A21-6FAC-4B26-B00B-C91FBA9339F3}"/>
    <dgm:cxn modelId="{289E31DC-8732-ED4A-94B4-BD48F7A41240}" type="presOf" srcId="{0E02D437-EF63-49BA-91DC-5574D8EC1484}" destId="{64ABA572-3CE6-C742-B71A-4095B378B03F}" srcOrd="0" destOrd="0" presId="urn:microsoft.com/office/officeart/2005/8/layout/vList2"/>
    <dgm:cxn modelId="{4CF12BEA-047C-4C03-B3F1-A6C12131D2BC}" srcId="{9EFD5799-3C9E-455A-A171-A9963B2BBC13}" destId="{0E02D437-EF63-49BA-91DC-5574D8EC1484}" srcOrd="5" destOrd="0" parTransId="{DC44E650-06F2-4E45-804B-D5BF44793198}" sibTransId="{B82997EA-FD5F-4AF7-98B7-4591D32B077B}"/>
    <dgm:cxn modelId="{AF3260ED-D802-674F-AA48-0C270DE04D23}" type="presOf" srcId="{9B368DF6-6270-4C65-BE83-0720229BBF26}" destId="{47AB3095-F233-DE4D-AC20-88EDBCA59E90}" srcOrd="0" destOrd="0" presId="urn:microsoft.com/office/officeart/2005/8/layout/vList2"/>
    <dgm:cxn modelId="{DD24ACFA-D7A5-4A82-BFD0-152A652265D4}" srcId="{9EFD5799-3C9E-455A-A171-A9963B2BBC13}" destId="{C9314427-7706-44F4-BE5F-D15990640A09}" srcOrd="6" destOrd="0" parTransId="{77C15B06-776B-485A-BB92-E508CBEF2403}" sibTransId="{745CD1BA-CFCF-4651-953D-76D4A8E4690A}"/>
    <dgm:cxn modelId="{F4AC5A39-8F50-2442-AD0A-26D68BE40EF3}" type="presParOf" srcId="{15C67329-B249-4847-A763-EFAD94BD6B21}" destId="{47AB3095-F233-DE4D-AC20-88EDBCA59E90}" srcOrd="0" destOrd="0" presId="urn:microsoft.com/office/officeart/2005/8/layout/vList2"/>
    <dgm:cxn modelId="{F1214D0A-DAAA-8E4F-8C78-E5DD12507E38}" type="presParOf" srcId="{15C67329-B249-4847-A763-EFAD94BD6B21}" destId="{5021B35C-1761-3A4F-9724-87DA766B8A4B}" srcOrd="1" destOrd="0" presId="urn:microsoft.com/office/officeart/2005/8/layout/vList2"/>
    <dgm:cxn modelId="{9F858414-92BA-8347-BF97-4CFC6F4FFEC3}" type="presParOf" srcId="{15C67329-B249-4847-A763-EFAD94BD6B21}" destId="{FD5F62C6-B06A-0C4E-BCC7-B7EDBF31F76D}" srcOrd="2" destOrd="0" presId="urn:microsoft.com/office/officeart/2005/8/layout/vList2"/>
    <dgm:cxn modelId="{8909FEC7-255B-1A46-8E0F-4CACCCA82938}" type="presParOf" srcId="{15C67329-B249-4847-A763-EFAD94BD6B21}" destId="{9E61D9FD-BDEE-334C-878B-FB5164D70B71}" srcOrd="3" destOrd="0" presId="urn:microsoft.com/office/officeart/2005/8/layout/vList2"/>
    <dgm:cxn modelId="{42673A43-F0FB-BE43-850A-60EAC339933F}" type="presParOf" srcId="{15C67329-B249-4847-A763-EFAD94BD6B21}" destId="{116A3A36-76CA-9D46-A798-80FCD1CD381A}" srcOrd="4" destOrd="0" presId="urn:microsoft.com/office/officeart/2005/8/layout/vList2"/>
    <dgm:cxn modelId="{C3433696-6C75-9E4E-BA5B-03E6322D73B8}" type="presParOf" srcId="{15C67329-B249-4847-A763-EFAD94BD6B21}" destId="{583F62FE-1B80-7E44-8FE8-C7475762F936}" srcOrd="5" destOrd="0" presId="urn:microsoft.com/office/officeart/2005/8/layout/vList2"/>
    <dgm:cxn modelId="{B3EC5A0C-2DB2-D549-8221-6CC2AA69190E}" type="presParOf" srcId="{15C67329-B249-4847-A763-EFAD94BD6B21}" destId="{95CB40B5-B016-7040-A392-7CD8165B4B27}" srcOrd="6" destOrd="0" presId="urn:microsoft.com/office/officeart/2005/8/layout/vList2"/>
    <dgm:cxn modelId="{0146F35C-1597-9241-B204-185DE214B550}" type="presParOf" srcId="{15C67329-B249-4847-A763-EFAD94BD6B21}" destId="{7A4195DB-7415-6145-BFD6-074CF94AA320}" srcOrd="7" destOrd="0" presId="urn:microsoft.com/office/officeart/2005/8/layout/vList2"/>
    <dgm:cxn modelId="{2A1F4D9C-B349-A542-A584-1BE9C25FD677}" type="presParOf" srcId="{15C67329-B249-4847-A763-EFAD94BD6B21}" destId="{52EF6F1E-087D-1040-B9C5-EF831B6C6ABC}" srcOrd="8" destOrd="0" presId="urn:microsoft.com/office/officeart/2005/8/layout/vList2"/>
    <dgm:cxn modelId="{847C4DE2-268F-C64D-A493-908A4F00C5F6}" type="presParOf" srcId="{15C67329-B249-4847-A763-EFAD94BD6B21}" destId="{F0C76538-EFDB-8945-9144-4FF3F5A83648}" srcOrd="9" destOrd="0" presId="urn:microsoft.com/office/officeart/2005/8/layout/vList2"/>
    <dgm:cxn modelId="{690495D4-C1B8-E441-BB48-A9819BF55E86}" type="presParOf" srcId="{15C67329-B249-4847-A763-EFAD94BD6B21}" destId="{64ABA572-3CE6-C742-B71A-4095B378B03F}" srcOrd="10" destOrd="0" presId="urn:microsoft.com/office/officeart/2005/8/layout/vList2"/>
    <dgm:cxn modelId="{8A0FB73D-CD6F-B542-9EE0-8CE8197227C3}" type="presParOf" srcId="{15C67329-B249-4847-A763-EFAD94BD6B21}" destId="{C51C2206-D913-364B-B64B-F3C9FEF76C06}" srcOrd="11" destOrd="0" presId="urn:microsoft.com/office/officeart/2005/8/layout/vList2"/>
    <dgm:cxn modelId="{0B244A8F-F0C3-FC41-B117-A5ACF57BF5F9}" type="presParOf" srcId="{15C67329-B249-4847-A763-EFAD94BD6B21}" destId="{5BF58660-7922-2341-A708-1040C824A6F8}"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8FEC88-2834-400E-BA61-20D21D72226D}">
      <dsp:nvSpPr>
        <dsp:cNvPr id="0" name=""/>
        <dsp:cNvSpPr/>
      </dsp:nvSpPr>
      <dsp:spPr>
        <a:xfrm>
          <a:off x="2428048" y="7450"/>
          <a:ext cx="1887187" cy="1887187"/>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D2B307-7461-42FA-8823-B755FD6EB127}">
      <dsp:nvSpPr>
        <dsp:cNvPr id="0" name=""/>
        <dsp:cNvSpPr/>
      </dsp:nvSpPr>
      <dsp:spPr>
        <a:xfrm>
          <a:off x="2830235" y="409638"/>
          <a:ext cx="1082812" cy="10828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B10E90D-B5B8-495F-906C-FCFDC47CD1C9}">
      <dsp:nvSpPr>
        <dsp:cNvPr id="0" name=""/>
        <dsp:cNvSpPr/>
      </dsp:nvSpPr>
      <dsp:spPr>
        <a:xfrm>
          <a:off x="1824766" y="2482451"/>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955800">
            <a:lnSpc>
              <a:spcPct val="90000"/>
            </a:lnSpc>
            <a:spcBef>
              <a:spcPct val="0"/>
            </a:spcBef>
            <a:spcAft>
              <a:spcPct val="35000"/>
            </a:spcAft>
            <a:buNone/>
            <a:defRPr cap="all"/>
          </a:pPr>
          <a:r>
            <a:rPr lang="en-US" sz="4400" kern="1200"/>
            <a:t>Tags</a:t>
          </a:r>
        </a:p>
      </dsp:txBody>
      <dsp:txXfrm>
        <a:off x="1824766" y="2482451"/>
        <a:ext cx="3093750" cy="720000"/>
      </dsp:txXfrm>
    </dsp:sp>
    <dsp:sp modelId="{3FF0CAAC-AD5E-4374-83D5-78DC0D474B54}">
      <dsp:nvSpPr>
        <dsp:cNvPr id="0" name=""/>
        <dsp:cNvSpPr/>
      </dsp:nvSpPr>
      <dsp:spPr>
        <a:xfrm>
          <a:off x="6063204" y="7450"/>
          <a:ext cx="1887187" cy="1887187"/>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6405C2F-7154-4A52-978A-DE8FE6F9D49C}">
      <dsp:nvSpPr>
        <dsp:cNvPr id="0" name=""/>
        <dsp:cNvSpPr/>
      </dsp:nvSpPr>
      <dsp:spPr>
        <a:xfrm>
          <a:off x="6465391" y="409638"/>
          <a:ext cx="1082812" cy="10828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D840C0F-4EB6-4B97-87FA-72D465107BA0}">
      <dsp:nvSpPr>
        <dsp:cNvPr id="0" name=""/>
        <dsp:cNvSpPr/>
      </dsp:nvSpPr>
      <dsp:spPr>
        <a:xfrm>
          <a:off x="5459923" y="2482451"/>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955800">
            <a:lnSpc>
              <a:spcPct val="90000"/>
            </a:lnSpc>
            <a:spcBef>
              <a:spcPct val="0"/>
            </a:spcBef>
            <a:spcAft>
              <a:spcPct val="35000"/>
            </a:spcAft>
            <a:buNone/>
            <a:defRPr cap="all"/>
          </a:pPr>
          <a:r>
            <a:rPr lang="en-US" sz="4400" kern="1200"/>
            <a:t>Attributes</a:t>
          </a:r>
        </a:p>
      </dsp:txBody>
      <dsp:txXfrm>
        <a:off x="5459923" y="2482451"/>
        <a:ext cx="30937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807CB4-A627-B846-8D05-26C4104679A8}">
      <dsp:nvSpPr>
        <dsp:cNvPr id="0" name=""/>
        <dsp:cNvSpPr/>
      </dsp:nvSpPr>
      <dsp:spPr>
        <a:xfrm>
          <a:off x="134291" y="612"/>
          <a:ext cx="4332795" cy="2751325"/>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C2CD160-3D34-4E41-BA5A-4A3A1E30391B}">
      <dsp:nvSpPr>
        <dsp:cNvPr id="0" name=""/>
        <dsp:cNvSpPr/>
      </dsp:nvSpPr>
      <dsp:spPr>
        <a:xfrm>
          <a:off x="615713" y="457963"/>
          <a:ext cx="4332795" cy="2751325"/>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5260" tIns="175260" rIns="175260" bIns="175260" numCol="1" spcCol="1270" anchor="ctr" anchorCtr="0">
          <a:noAutofit/>
        </a:bodyPr>
        <a:lstStyle/>
        <a:p>
          <a:pPr marL="0" lvl="0" indent="0" algn="ctr" defTabSz="2044700">
            <a:lnSpc>
              <a:spcPct val="90000"/>
            </a:lnSpc>
            <a:spcBef>
              <a:spcPct val="0"/>
            </a:spcBef>
            <a:spcAft>
              <a:spcPct val="35000"/>
            </a:spcAft>
            <a:buNone/>
          </a:pPr>
          <a:r>
            <a:rPr lang="en-US" sz="4600" kern="1200" dirty="0"/>
            <a:t>&lt;html&gt;&lt;/html&gt;</a:t>
          </a:r>
        </a:p>
      </dsp:txBody>
      <dsp:txXfrm>
        <a:off x="696297" y="538547"/>
        <a:ext cx="4171627" cy="2590157"/>
      </dsp:txXfrm>
    </dsp:sp>
    <dsp:sp modelId="{7DE37677-805C-5D4A-B876-739AAF0B5C1A}">
      <dsp:nvSpPr>
        <dsp:cNvPr id="0" name=""/>
        <dsp:cNvSpPr/>
      </dsp:nvSpPr>
      <dsp:spPr>
        <a:xfrm>
          <a:off x="5429930" y="612"/>
          <a:ext cx="4332795" cy="2751325"/>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EBD35D-9D66-324C-97C8-3F857B758285}">
      <dsp:nvSpPr>
        <dsp:cNvPr id="0" name=""/>
        <dsp:cNvSpPr/>
      </dsp:nvSpPr>
      <dsp:spPr>
        <a:xfrm>
          <a:off x="5911352" y="457963"/>
          <a:ext cx="4332795" cy="2751325"/>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5260" tIns="175260" rIns="175260" bIns="175260" numCol="1" spcCol="1270" anchor="ctr" anchorCtr="0">
          <a:noAutofit/>
        </a:bodyPr>
        <a:lstStyle/>
        <a:p>
          <a:pPr marL="0" lvl="0" indent="0" algn="ctr" defTabSz="2044700">
            <a:lnSpc>
              <a:spcPct val="90000"/>
            </a:lnSpc>
            <a:spcBef>
              <a:spcPct val="0"/>
            </a:spcBef>
            <a:spcAft>
              <a:spcPct val="35000"/>
            </a:spcAft>
            <a:buNone/>
          </a:pPr>
          <a:r>
            <a:rPr lang="en-US" sz="4600" kern="1200" dirty="0"/>
            <a:t>&lt;p&gt;&lt;/p&gt;</a:t>
          </a:r>
        </a:p>
      </dsp:txBody>
      <dsp:txXfrm>
        <a:off x="5991936" y="538547"/>
        <a:ext cx="4171627" cy="259015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5C7988-72CF-424E-843A-6C82C3B7A2C1}">
      <dsp:nvSpPr>
        <dsp:cNvPr id="0" name=""/>
        <dsp:cNvSpPr/>
      </dsp:nvSpPr>
      <dsp:spPr>
        <a:xfrm>
          <a:off x="0" y="104505"/>
          <a:ext cx="10378440" cy="24570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GB" sz="1000" kern="1200" dirty="0"/>
            <a:t>id – Unique identifier for an element</a:t>
          </a:r>
          <a:endParaRPr lang="en-US" sz="1000" kern="1200" dirty="0"/>
        </a:p>
      </dsp:txBody>
      <dsp:txXfrm>
        <a:off x="11994" y="116499"/>
        <a:ext cx="10354452" cy="221712"/>
      </dsp:txXfrm>
    </dsp:sp>
    <dsp:sp modelId="{FD45AA06-0B65-F746-8A72-8430277A53DD}">
      <dsp:nvSpPr>
        <dsp:cNvPr id="0" name=""/>
        <dsp:cNvSpPr/>
      </dsp:nvSpPr>
      <dsp:spPr>
        <a:xfrm>
          <a:off x="0" y="384100"/>
          <a:ext cx="10378440" cy="245700"/>
        </a:xfrm>
        <a:prstGeom prst="roundRect">
          <a:avLst/>
        </a:prstGeom>
        <a:solidFill>
          <a:schemeClr val="accent2">
            <a:hueOff val="644361"/>
            <a:satOff val="-1849"/>
            <a:lumOff val="-2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GB" sz="1000" kern="1200" dirty="0"/>
            <a:t>class – Assigns a class name for styling or scripting</a:t>
          </a:r>
          <a:endParaRPr lang="en-US" sz="1000" kern="1200" dirty="0"/>
        </a:p>
      </dsp:txBody>
      <dsp:txXfrm>
        <a:off x="11994" y="396094"/>
        <a:ext cx="10354452" cy="221712"/>
      </dsp:txXfrm>
    </dsp:sp>
    <dsp:sp modelId="{C36F4AB5-5A4C-F947-862C-183358ED9234}">
      <dsp:nvSpPr>
        <dsp:cNvPr id="0" name=""/>
        <dsp:cNvSpPr/>
      </dsp:nvSpPr>
      <dsp:spPr>
        <a:xfrm>
          <a:off x="0" y="658601"/>
          <a:ext cx="10378440" cy="245700"/>
        </a:xfrm>
        <a:prstGeom prst="roundRect">
          <a:avLst/>
        </a:prstGeom>
        <a:solidFill>
          <a:schemeClr val="accent2">
            <a:hueOff val="1288722"/>
            <a:satOff val="-3699"/>
            <a:lumOff val="-592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GB" sz="1000" kern="1200" dirty="0"/>
            <a:t>style – Inline CSS styling</a:t>
          </a:r>
          <a:endParaRPr lang="en-US" sz="1000" kern="1200" dirty="0"/>
        </a:p>
      </dsp:txBody>
      <dsp:txXfrm>
        <a:off x="11994" y="670595"/>
        <a:ext cx="10354452" cy="221712"/>
      </dsp:txXfrm>
    </dsp:sp>
    <dsp:sp modelId="{AAA66657-D1F4-AD4E-98A4-5AEBAC2A00DF}">
      <dsp:nvSpPr>
        <dsp:cNvPr id="0" name=""/>
        <dsp:cNvSpPr/>
      </dsp:nvSpPr>
      <dsp:spPr>
        <a:xfrm>
          <a:off x="0" y="942245"/>
          <a:ext cx="10378440" cy="245700"/>
        </a:xfrm>
        <a:prstGeom prst="roundRect">
          <a:avLst/>
        </a:prstGeom>
        <a:solidFill>
          <a:schemeClr val="accent2">
            <a:hueOff val="1933084"/>
            <a:satOff val="-5548"/>
            <a:lumOff val="-888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GB" sz="1000" kern="1200" dirty="0"/>
            <a:t>title – Tooltip text shown on hover</a:t>
          </a:r>
          <a:endParaRPr lang="en-US" sz="1000" kern="1200" dirty="0"/>
        </a:p>
      </dsp:txBody>
      <dsp:txXfrm>
        <a:off x="11994" y="954239"/>
        <a:ext cx="10354452" cy="221712"/>
      </dsp:txXfrm>
    </dsp:sp>
    <dsp:sp modelId="{26D2D350-6D7F-2944-BC55-DC034AA01CFD}">
      <dsp:nvSpPr>
        <dsp:cNvPr id="0" name=""/>
        <dsp:cNvSpPr/>
      </dsp:nvSpPr>
      <dsp:spPr>
        <a:xfrm>
          <a:off x="0" y="1207601"/>
          <a:ext cx="10378440" cy="245700"/>
        </a:xfrm>
        <a:prstGeom prst="roundRect">
          <a:avLst/>
        </a:prstGeom>
        <a:solidFill>
          <a:schemeClr val="accent2">
            <a:hueOff val="2577445"/>
            <a:satOff val="-7397"/>
            <a:lumOff val="-1184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GB" sz="1000" kern="1200" dirty="0"/>
            <a:t>lang – Language of the element’s content (</a:t>
          </a:r>
          <a:r>
            <a:rPr lang="en-GB" sz="1000" kern="1200" dirty="0" err="1"/>
            <a:t>en</a:t>
          </a:r>
          <a:r>
            <a:rPr lang="en-GB" sz="1000" kern="1200" dirty="0"/>
            <a:t>, </a:t>
          </a:r>
          <a:r>
            <a:rPr lang="en-GB" sz="1000" kern="1200" dirty="0" err="1"/>
            <a:t>fr</a:t>
          </a:r>
          <a:r>
            <a:rPr lang="en-GB" sz="1000" kern="1200" dirty="0"/>
            <a:t>, etc.)</a:t>
          </a:r>
          <a:endParaRPr lang="en-US" sz="1000" kern="1200" dirty="0"/>
        </a:p>
      </dsp:txBody>
      <dsp:txXfrm>
        <a:off x="11994" y="1219595"/>
        <a:ext cx="10354452" cy="221712"/>
      </dsp:txXfrm>
    </dsp:sp>
    <dsp:sp modelId="{340A7E1D-87D0-E644-B8AD-94B4FE1F57CA}">
      <dsp:nvSpPr>
        <dsp:cNvPr id="0" name=""/>
        <dsp:cNvSpPr/>
      </dsp:nvSpPr>
      <dsp:spPr>
        <a:xfrm>
          <a:off x="0" y="1482100"/>
          <a:ext cx="10378440" cy="245700"/>
        </a:xfrm>
        <a:prstGeom prst="roundRect">
          <a:avLst/>
        </a:prstGeom>
        <a:solidFill>
          <a:schemeClr val="accent2">
            <a:hueOff val="3221806"/>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GB" sz="1000" kern="1200"/>
            <a:t>dir – Text direction (ltr, rtl)</a:t>
          </a:r>
          <a:endParaRPr lang="en-US" sz="1000" kern="1200"/>
        </a:p>
      </dsp:txBody>
      <dsp:txXfrm>
        <a:off x="11994" y="1494094"/>
        <a:ext cx="10354452" cy="221712"/>
      </dsp:txXfrm>
    </dsp:sp>
    <dsp:sp modelId="{67D91E1B-3DFE-2643-B7B9-0D20E04A4A95}">
      <dsp:nvSpPr>
        <dsp:cNvPr id="0" name=""/>
        <dsp:cNvSpPr/>
      </dsp:nvSpPr>
      <dsp:spPr>
        <a:xfrm>
          <a:off x="0" y="1756601"/>
          <a:ext cx="10378440" cy="245700"/>
        </a:xfrm>
        <a:prstGeom prst="roundRect">
          <a:avLst/>
        </a:prstGeom>
        <a:solidFill>
          <a:schemeClr val="accent2">
            <a:hueOff val="3866168"/>
            <a:satOff val="-11096"/>
            <a:lumOff val="-1776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GB" sz="1000" kern="1200" dirty="0"/>
            <a:t>data-* – Custom data attributes (e.g., data-id="123")</a:t>
          </a:r>
          <a:endParaRPr lang="en-US" sz="1000" kern="1200" dirty="0"/>
        </a:p>
      </dsp:txBody>
      <dsp:txXfrm>
        <a:off x="11994" y="1768595"/>
        <a:ext cx="10354452" cy="221712"/>
      </dsp:txXfrm>
    </dsp:sp>
    <dsp:sp modelId="{CE94448D-92FB-C446-A97E-6AD26A77F3CF}">
      <dsp:nvSpPr>
        <dsp:cNvPr id="0" name=""/>
        <dsp:cNvSpPr/>
      </dsp:nvSpPr>
      <dsp:spPr>
        <a:xfrm>
          <a:off x="0" y="2031101"/>
          <a:ext cx="10378440" cy="245700"/>
        </a:xfrm>
        <a:prstGeom prst="roundRect">
          <a:avLst/>
        </a:prstGeom>
        <a:solidFill>
          <a:schemeClr val="accent2">
            <a:hueOff val="4510529"/>
            <a:satOff val="-12945"/>
            <a:lumOff val="-20726"/>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GB" sz="1000" kern="1200"/>
            <a:t>hidden – Hides the element from view</a:t>
          </a:r>
          <a:endParaRPr lang="en-US" sz="1000" kern="1200"/>
        </a:p>
      </dsp:txBody>
      <dsp:txXfrm>
        <a:off x="11994" y="2043095"/>
        <a:ext cx="10354452" cy="221712"/>
      </dsp:txXfrm>
    </dsp:sp>
    <dsp:sp modelId="{7AA73883-20C0-9C40-88FA-9BB807EFF56A}">
      <dsp:nvSpPr>
        <dsp:cNvPr id="0" name=""/>
        <dsp:cNvSpPr/>
      </dsp:nvSpPr>
      <dsp:spPr>
        <a:xfrm>
          <a:off x="0" y="2305601"/>
          <a:ext cx="10378440" cy="245700"/>
        </a:xfrm>
        <a:prstGeom prst="roundRect">
          <a:avLst/>
        </a:prstGeom>
        <a:solidFill>
          <a:schemeClr val="accent2">
            <a:hueOff val="5154890"/>
            <a:satOff val="-14794"/>
            <a:lumOff val="-2368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GB" sz="1000" kern="1200" dirty="0" err="1"/>
            <a:t>tabindex</a:t>
          </a:r>
          <a:r>
            <a:rPr lang="en-GB" sz="1000" kern="1200" dirty="0"/>
            <a:t> – Sets focus order for tab navigation</a:t>
          </a:r>
          <a:endParaRPr lang="en-US" sz="1000" kern="1200" dirty="0"/>
        </a:p>
      </dsp:txBody>
      <dsp:txXfrm>
        <a:off x="11994" y="2317595"/>
        <a:ext cx="10354452" cy="221712"/>
      </dsp:txXfrm>
    </dsp:sp>
    <dsp:sp modelId="{81BF2BEA-7E4F-7243-87D4-374D236D1BBE}">
      <dsp:nvSpPr>
        <dsp:cNvPr id="0" name=""/>
        <dsp:cNvSpPr/>
      </dsp:nvSpPr>
      <dsp:spPr>
        <a:xfrm>
          <a:off x="0" y="2580101"/>
          <a:ext cx="10378440" cy="245700"/>
        </a:xfrm>
        <a:prstGeom prst="roundRect">
          <a:avLst/>
        </a:prstGeom>
        <a:solidFill>
          <a:schemeClr val="accent2">
            <a:hueOff val="5799251"/>
            <a:satOff val="-16644"/>
            <a:lumOff val="-2664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GB" sz="1000" kern="1200" dirty="0" err="1"/>
            <a:t>contenteditable</a:t>
          </a:r>
          <a:r>
            <a:rPr lang="en-GB" sz="1000" kern="1200" dirty="0"/>
            <a:t> – Makes element editable</a:t>
          </a:r>
          <a:endParaRPr lang="en-US" sz="1000" kern="1200" dirty="0"/>
        </a:p>
      </dsp:txBody>
      <dsp:txXfrm>
        <a:off x="11994" y="2592095"/>
        <a:ext cx="10354452" cy="221712"/>
      </dsp:txXfrm>
    </dsp:sp>
    <dsp:sp modelId="{DAFA7D30-CC5C-1E41-A82D-D3D9FE8334E2}">
      <dsp:nvSpPr>
        <dsp:cNvPr id="0" name=""/>
        <dsp:cNvSpPr/>
      </dsp:nvSpPr>
      <dsp:spPr>
        <a:xfrm>
          <a:off x="0" y="2854601"/>
          <a:ext cx="10378440" cy="245700"/>
        </a:xfrm>
        <a:prstGeom prst="roundRect">
          <a:avLst/>
        </a:prstGeom>
        <a:solidFill>
          <a:schemeClr val="accent2">
            <a:hueOff val="6443612"/>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GB" sz="1000" kern="1200" dirty="0"/>
            <a:t>draggable – Allows drag-and-drop (true / false)</a:t>
          </a:r>
          <a:endParaRPr lang="en-US" sz="1000" kern="1200" dirty="0"/>
        </a:p>
      </dsp:txBody>
      <dsp:txXfrm>
        <a:off x="11994" y="2866595"/>
        <a:ext cx="10354452" cy="22171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557906-F476-B54C-8253-5DFD69366627}">
      <dsp:nvSpPr>
        <dsp:cNvPr id="0" name=""/>
        <dsp:cNvSpPr/>
      </dsp:nvSpPr>
      <dsp:spPr>
        <a:xfrm>
          <a:off x="297721" y="1723717"/>
          <a:ext cx="2371635" cy="362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t>1991</a:t>
          </a:r>
        </a:p>
      </dsp:txBody>
      <dsp:txXfrm>
        <a:off x="297721" y="1723717"/>
        <a:ext cx="2371635" cy="362718"/>
      </dsp:txXfrm>
    </dsp:sp>
    <dsp:sp modelId="{AE39C897-3D1E-914B-AC2B-972DEEC5E229}">
      <dsp:nvSpPr>
        <dsp:cNvPr id="0" name=""/>
        <dsp:cNvSpPr/>
      </dsp:nvSpPr>
      <dsp:spPr>
        <a:xfrm>
          <a:off x="0" y="1540752"/>
          <a:ext cx="10378440" cy="128396"/>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485ECA-9286-2249-A908-3CFCB13167A4}">
      <dsp:nvSpPr>
        <dsp:cNvPr id="0" name=""/>
        <dsp:cNvSpPr/>
      </dsp:nvSpPr>
      <dsp:spPr>
        <a:xfrm>
          <a:off x="179139" y="491315"/>
          <a:ext cx="2608799" cy="503753"/>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HTML</a:t>
          </a:r>
        </a:p>
      </dsp:txBody>
      <dsp:txXfrm>
        <a:off x="179139" y="491315"/>
        <a:ext cx="2608799" cy="503753"/>
      </dsp:txXfrm>
    </dsp:sp>
    <dsp:sp modelId="{C8A6900F-C1B0-9647-A4C0-DFF24B7683A2}">
      <dsp:nvSpPr>
        <dsp:cNvPr id="0" name=""/>
        <dsp:cNvSpPr/>
      </dsp:nvSpPr>
      <dsp:spPr>
        <a:xfrm>
          <a:off x="1483539" y="995069"/>
          <a:ext cx="0" cy="545683"/>
        </a:xfrm>
        <a:prstGeom prst="line">
          <a:avLst/>
        </a:prstGeom>
        <a:solidFill>
          <a:schemeClr val="accent2">
            <a:hueOff val="0"/>
            <a:satOff val="0"/>
            <a:lumOff val="0"/>
            <a:alphaOff val="0"/>
          </a:schemeClr>
        </a:solidFill>
        <a:ln w="6350" cap="flat" cmpd="sng" algn="ctr">
          <a:solidFill>
            <a:schemeClr val="accent2">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D66AABCC-F343-A049-9B4B-675B407FCF71}">
      <dsp:nvSpPr>
        <dsp:cNvPr id="0" name=""/>
        <dsp:cNvSpPr/>
      </dsp:nvSpPr>
      <dsp:spPr>
        <a:xfrm>
          <a:off x="1779993" y="1123465"/>
          <a:ext cx="2371635" cy="362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a:t>1995</a:t>
          </a:r>
        </a:p>
      </dsp:txBody>
      <dsp:txXfrm>
        <a:off x="1779993" y="1123465"/>
        <a:ext cx="2371635" cy="362718"/>
      </dsp:txXfrm>
    </dsp:sp>
    <dsp:sp modelId="{84D9F761-7651-BA4B-86DE-120AACA5F2BB}">
      <dsp:nvSpPr>
        <dsp:cNvPr id="0" name=""/>
        <dsp:cNvSpPr/>
      </dsp:nvSpPr>
      <dsp:spPr>
        <a:xfrm>
          <a:off x="1661411" y="2214832"/>
          <a:ext cx="2608799" cy="503753"/>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HTML 2.0</a:t>
          </a:r>
        </a:p>
      </dsp:txBody>
      <dsp:txXfrm>
        <a:off x="1661411" y="2214832"/>
        <a:ext cx="2608799" cy="503753"/>
      </dsp:txXfrm>
    </dsp:sp>
    <dsp:sp modelId="{FBD7550A-4A91-3D44-B589-6426D92C3607}">
      <dsp:nvSpPr>
        <dsp:cNvPr id="0" name=""/>
        <dsp:cNvSpPr/>
      </dsp:nvSpPr>
      <dsp:spPr>
        <a:xfrm>
          <a:off x="2965811" y="1669149"/>
          <a:ext cx="0" cy="545683"/>
        </a:xfrm>
        <a:prstGeom prst="line">
          <a:avLst/>
        </a:prstGeom>
        <a:solidFill>
          <a:schemeClr val="accent3">
            <a:hueOff val="0"/>
            <a:satOff val="0"/>
            <a:lumOff val="0"/>
            <a:alphaOff val="0"/>
          </a:schemeClr>
        </a:solidFill>
        <a:ln w="6350" cap="flat" cmpd="sng" algn="ctr">
          <a:solidFill>
            <a:schemeClr val="accent3">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572DFC43-794A-4742-AA66-6BA0691043CD}">
      <dsp:nvSpPr>
        <dsp:cNvPr id="0" name=""/>
        <dsp:cNvSpPr/>
      </dsp:nvSpPr>
      <dsp:spPr>
        <a:xfrm>
          <a:off x="1443415" y="1564827"/>
          <a:ext cx="80247" cy="80247"/>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4C1675C5-C995-E845-85C0-0D757E767895}">
      <dsp:nvSpPr>
        <dsp:cNvPr id="0" name=""/>
        <dsp:cNvSpPr/>
      </dsp:nvSpPr>
      <dsp:spPr>
        <a:xfrm>
          <a:off x="2925687" y="1564827"/>
          <a:ext cx="80247" cy="80247"/>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C443A5B5-339A-CB45-843A-75B6174BC227}">
      <dsp:nvSpPr>
        <dsp:cNvPr id="0" name=""/>
        <dsp:cNvSpPr/>
      </dsp:nvSpPr>
      <dsp:spPr>
        <a:xfrm>
          <a:off x="3262265" y="1723717"/>
          <a:ext cx="2371635" cy="362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a:t>1997</a:t>
          </a:r>
        </a:p>
      </dsp:txBody>
      <dsp:txXfrm>
        <a:off x="3262265" y="1723717"/>
        <a:ext cx="2371635" cy="362718"/>
      </dsp:txXfrm>
    </dsp:sp>
    <dsp:sp modelId="{9DE65F09-F6E0-4545-B64B-A0179CDE9D86}">
      <dsp:nvSpPr>
        <dsp:cNvPr id="0" name=""/>
        <dsp:cNvSpPr/>
      </dsp:nvSpPr>
      <dsp:spPr>
        <a:xfrm>
          <a:off x="3143684" y="491315"/>
          <a:ext cx="2608799" cy="503753"/>
        </a:xfrm>
        <a:prstGeom prst="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HTML 3.2</a:t>
          </a:r>
        </a:p>
      </dsp:txBody>
      <dsp:txXfrm>
        <a:off x="3143684" y="491315"/>
        <a:ext cx="2608799" cy="503753"/>
      </dsp:txXfrm>
    </dsp:sp>
    <dsp:sp modelId="{05FF442B-D220-9143-BF3E-A0666645A07A}">
      <dsp:nvSpPr>
        <dsp:cNvPr id="0" name=""/>
        <dsp:cNvSpPr/>
      </dsp:nvSpPr>
      <dsp:spPr>
        <a:xfrm>
          <a:off x="4448083" y="995069"/>
          <a:ext cx="0" cy="545683"/>
        </a:xfrm>
        <a:prstGeom prst="line">
          <a:avLst/>
        </a:prstGeom>
        <a:solidFill>
          <a:schemeClr val="accent4">
            <a:hueOff val="0"/>
            <a:satOff val="0"/>
            <a:lumOff val="0"/>
            <a:alphaOff val="0"/>
          </a:schemeClr>
        </a:solidFill>
        <a:ln w="6350" cap="flat" cmpd="sng" algn="ctr">
          <a:solidFill>
            <a:schemeClr val="accent4">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C26FD830-F222-FF44-9248-6EA31D9366A8}">
      <dsp:nvSpPr>
        <dsp:cNvPr id="0" name=""/>
        <dsp:cNvSpPr/>
      </dsp:nvSpPr>
      <dsp:spPr>
        <a:xfrm>
          <a:off x="4744538" y="1123465"/>
          <a:ext cx="2371635" cy="362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a:t>1999</a:t>
          </a:r>
        </a:p>
      </dsp:txBody>
      <dsp:txXfrm>
        <a:off x="4744538" y="1123465"/>
        <a:ext cx="2371635" cy="362718"/>
      </dsp:txXfrm>
    </dsp:sp>
    <dsp:sp modelId="{136FBEA0-F801-564D-B6A3-B21F718FE35A}">
      <dsp:nvSpPr>
        <dsp:cNvPr id="0" name=""/>
        <dsp:cNvSpPr/>
      </dsp:nvSpPr>
      <dsp:spPr>
        <a:xfrm>
          <a:off x="4625956" y="2214832"/>
          <a:ext cx="2608799" cy="503753"/>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HTML 4.01</a:t>
          </a:r>
        </a:p>
      </dsp:txBody>
      <dsp:txXfrm>
        <a:off x="4625956" y="2214832"/>
        <a:ext cx="2608799" cy="503753"/>
      </dsp:txXfrm>
    </dsp:sp>
    <dsp:sp modelId="{A7E69A9F-DED4-BE43-80C6-8209AB360209}">
      <dsp:nvSpPr>
        <dsp:cNvPr id="0" name=""/>
        <dsp:cNvSpPr/>
      </dsp:nvSpPr>
      <dsp:spPr>
        <a:xfrm>
          <a:off x="5930356" y="1669149"/>
          <a:ext cx="0" cy="545683"/>
        </a:xfrm>
        <a:prstGeom prst="line">
          <a:avLst/>
        </a:prstGeom>
        <a:solidFill>
          <a:schemeClr val="accent5">
            <a:hueOff val="0"/>
            <a:satOff val="0"/>
            <a:lumOff val="0"/>
            <a:alphaOff val="0"/>
          </a:schemeClr>
        </a:solidFill>
        <a:ln w="6350" cap="flat" cmpd="sng" algn="ctr">
          <a:solidFill>
            <a:schemeClr val="accent5">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F12ADA0A-53C3-DD4C-B190-73DAFEDB0B2A}">
      <dsp:nvSpPr>
        <dsp:cNvPr id="0" name=""/>
        <dsp:cNvSpPr/>
      </dsp:nvSpPr>
      <dsp:spPr>
        <a:xfrm>
          <a:off x="4407960" y="1564827"/>
          <a:ext cx="80247" cy="80247"/>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8E8EB534-6FCA-4B4D-BB99-BF4D2C1FBF05}">
      <dsp:nvSpPr>
        <dsp:cNvPr id="0" name=""/>
        <dsp:cNvSpPr/>
      </dsp:nvSpPr>
      <dsp:spPr>
        <a:xfrm>
          <a:off x="5890232" y="1564827"/>
          <a:ext cx="80247" cy="80247"/>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657CD807-FB41-984C-B793-D159D0488EB1}">
      <dsp:nvSpPr>
        <dsp:cNvPr id="0" name=""/>
        <dsp:cNvSpPr/>
      </dsp:nvSpPr>
      <dsp:spPr>
        <a:xfrm>
          <a:off x="6226810" y="1723717"/>
          <a:ext cx="2371635" cy="362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a:t>2000</a:t>
          </a:r>
        </a:p>
      </dsp:txBody>
      <dsp:txXfrm>
        <a:off x="6226810" y="1723717"/>
        <a:ext cx="2371635" cy="362718"/>
      </dsp:txXfrm>
    </dsp:sp>
    <dsp:sp modelId="{F7745F13-19C2-5940-BB35-47F9CA3770FF}">
      <dsp:nvSpPr>
        <dsp:cNvPr id="0" name=""/>
        <dsp:cNvSpPr/>
      </dsp:nvSpPr>
      <dsp:spPr>
        <a:xfrm>
          <a:off x="6108228" y="491315"/>
          <a:ext cx="2608799" cy="503753"/>
        </a:xfrm>
        <a:prstGeom prst="rect">
          <a:avLst/>
        </a:prstGeom>
        <a:solidFill>
          <a:schemeClr val="accent6">
            <a:tint val="40000"/>
            <a:alpha val="90000"/>
            <a:hueOff val="0"/>
            <a:satOff val="0"/>
            <a:lumOff val="0"/>
            <a:alphaOff val="0"/>
          </a:schemeClr>
        </a:solidFill>
        <a:ln w="19050" cap="flat" cmpd="sng" algn="ctr">
          <a:solidFill>
            <a:schemeClr val="accent6">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XHTML</a:t>
          </a:r>
        </a:p>
      </dsp:txBody>
      <dsp:txXfrm>
        <a:off x="6108228" y="491315"/>
        <a:ext cx="2608799" cy="503753"/>
      </dsp:txXfrm>
    </dsp:sp>
    <dsp:sp modelId="{049AE254-296D-564E-87F1-9F9C460BD422}">
      <dsp:nvSpPr>
        <dsp:cNvPr id="0" name=""/>
        <dsp:cNvSpPr/>
      </dsp:nvSpPr>
      <dsp:spPr>
        <a:xfrm>
          <a:off x="7412628" y="995069"/>
          <a:ext cx="0" cy="545683"/>
        </a:xfrm>
        <a:prstGeom prst="line">
          <a:avLst/>
        </a:prstGeom>
        <a:solidFill>
          <a:schemeClr val="accent6">
            <a:hueOff val="0"/>
            <a:satOff val="0"/>
            <a:lumOff val="0"/>
            <a:alphaOff val="0"/>
          </a:schemeClr>
        </a:solidFill>
        <a:ln w="6350" cap="flat" cmpd="sng" algn="ctr">
          <a:solidFill>
            <a:schemeClr val="accent6">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0BACA618-E2C9-284A-A81F-1976BB652294}">
      <dsp:nvSpPr>
        <dsp:cNvPr id="0" name=""/>
        <dsp:cNvSpPr/>
      </dsp:nvSpPr>
      <dsp:spPr>
        <a:xfrm>
          <a:off x="7709082" y="1123465"/>
          <a:ext cx="2371635" cy="362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a:t>2014</a:t>
          </a:r>
        </a:p>
      </dsp:txBody>
      <dsp:txXfrm>
        <a:off x="7709082" y="1123465"/>
        <a:ext cx="2371635" cy="362718"/>
      </dsp:txXfrm>
    </dsp:sp>
    <dsp:sp modelId="{3751E1D4-69CC-684B-86EE-267C30B0D91F}">
      <dsp:nvSpPr>
        <dsp:cNvPr id="0" name=""/>
        <dsp:cNvSpPr/>
      </dsp:nvSpPr>
      <dsp:spPr>
        <a:xfrm>
          <a:off x="7590501" y="2214832"/>
          <a:ext cx="2608799" cy="503753"/>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HTML 5</a:t>
          </a:r>
        </a:p>
      </dsp:txBody>
      <dsp:txXfrm>
        <a:off x="7590501" y="2214832"/>
        <a:ext cx="2608799" cy="503753"/>
      </dsp:txXfrm>
    </dsp:sp>
    <dsp:sp modelId="{CC93BB83-EDAD-9E4A-AF61-BEDE282FBBB3}">
      <dsp:nvSpPr>
        <dsp:cNvPr id="0" name=""/>
        <dsp:cNvSpPr/>
      </dsp:nvSpPr>
      <dsp:spPr>
        <a:xfrm>
          <a:off x="8894900" y="1669149"/>
          <a:ext cx="0" cy="545683"/>
        </a:xfrm>
        <a:prstGeom prst="line">
          <a:avLst/>
        </a:prstGeom>
        <a:solidFill>
          <a:schemeClr val="accent2">
            <a:hueOff val="0"/>
            <a:satOff val="0"/>
            <a:lumOff val="0"/>
            <a:alphaOff val="0"/>
          </a:schemeClr>
        </a:solidFill>
        <a:ln w="6350" cap="flat" cmpd="sng" algn="ctr">
          <a:solidFill>
            <a:schemeClr val="accent2">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B390DC7B-1897-134D-8987-72F1FD74FAE2}">
      <dsp:nvSpPr>
        <dsp:cNvPr id="0" name=""/>
        <dsp:cNvSpPr/>
      </dsp:nvSpPr>
      <dsp:spPr>
        <a:xfrm>
          <a:off x="7372504" y="1564827"/>
          <a:ext cx="80247" cy="80247"/>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E1ED78AA-B486-B64E-9D52-BDE8AA3EE2A4}">
      <dsp:nvSpPr>
        <dsp:cNvPr id="0" name=""/>
        <dsp:cNvSpPr/>
      </dsp:nvSpPr>
      <dsp:spPr>
        <a:xfrm>
          <a:off x="8854777" y="1564827"/>
          <a:ext cx="80247" cy="80247"/>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AB3095-F233-DE4D-AC20-88EDBCA59E90}">
      <dsp:nvSpPr>
        <dsp:cNvPr id="0" name=""/>
        <dsp:cNvSpPr/>
      </dsp:nvSpPr>
      <dsp:spPr>
        <a:xfrm>
          <a:off x="0" y="90790"/>
          <a:ext cx="10378440" cy="39312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GB" sz="1600" kern="1200" dirty="0"/>
            <a:t>&lt;!DOCTYPE html&gt; Declares the document type as HTML5.</a:t>
          </a:r>
          <a:endParaRPr lang="en-US" sz="1600" kern="1200" dirty="0"/>
        </a:p>
      </dsp:txBody>
      <dsp:txXfrm>
        <a:off x="19191" y="109981"/>
        <a:ext cx="10340058" cy="354738"/>
      </dsp:txXfrm>
    </dsp:sp>
    <dsp:sp modelId="{FD5F62C6-B06A-0C4E-BCC7-B7EDBF31F76D}">
      <dsp:nvSpPr>
        <dsp:cNvPr id="0" name=""/>
        <dsp:cNvSpPr/>
      </dsp:nvSpPr>
      <dsp:spPr>
        <a:xfrm>
          <a:off x="0" y="529990"/>
          <a:ext cx="10378440" cy="393120"/>
        </a:xfrm>
        <a:prstGeom prst="roundRect">
          <a:avLst/>
        </a:prstGeom>
        <a:solidFill>
          <a:schemeClr val="accent5">
            <a:hueOff val="-2025358"/>
            <a:satOff val="-138"/>
            <a:lumOff val="32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GB" sz="1600" kern="1200" dirty="0"/>
            <a:t>&lt;html&gt; Root element that wraps all the HTML content.</a:t>
          </a:r>
          <a:endParaRPr lang="en-US" sz="1600" kern="1200" dirty="0"/>
        </a:p>
      </dsp:txBody>
      <dsp:txXfrm>
        <a:off x="19191" y="549181"/>
        <a:ext cx="10340058" cy="354738"/>
      </dsp:txXfrm>
    </dsp:sp>
    <dsp:sp modelId="{116A3A36-76CA-9D46-A798-80FCD1CD381A}">
      <dsp:nvSpPr>
        <dsp:cNvPr id="0" name=""/>
        <dsp:cNvSpPr/>
      </dsp:nvSpPr>
      <dsp:spPr>
        <a:xfrm>
          <a:off x="0" y="969190"/>
          <a:ext cx="10378440" cy="393120"/>
        </a:xfrm>
        <a:prstGeom prst="roundRect">
          <a:avLst/>
        </a:prstGeom>
        <a:solidFill>
          <a:schemeClr val="accent5">
            <a:hueOff val="-4050717"/>
            <a:satOff val="-275"/>
            <a:lumOff val="65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GB" sz="1600" kern="1200" dirty="0"/>
            <a:t>&lt;head&gt; Contains metadata, links to CSS, scripts, and page information.</a:t>
          </a:r>
          <a:endParaRPr lang="en-US" sz="1600" kern="1200" dirty="0"/>
        </a:p>
      </dsp:txBody>
      <dsp:txXfrm>
        <a:off x="19191" y="988381"/>
        <a:ext cx="10340058" cy="354738"/>
      </dsp:txXfrm>
    </dsp:sp>
    <dsp:sp modelId="{95CB40B5-B016-7040-A392-7CD8165B4B27}">
      <dsp:nvSpPr>
        <dsp:cNvPr id="0" name=""/>
        <dsp:cNvSpPr/>
      </dsp:nvSpPr>
      <dsp:spPr>
        <a:xfrm>
          <a:off x="0" y="1408390"/>
          <a:ext cx="10378440" cy="393120"/>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GB" sz="1600" kern="1200" dirty="0"/>
            <a:t>&lt;meta&gt; Provides metadata (charset, viewport, SEO description, etc.).</a:t>
          </a:r>
          <a:endParaRPr lang="en-US" sz="1600" kern="1200" dirty="0"/>
        </a:p>
      </dsp:txBody>
      <dsp:txXfrm>
        <a:off x="19191" y="1427581"/>
        <a:ext cx="10340058" cy="354738"/>
      </dsp:txXfrm>
    </dsp:sp>
    <dsp:sp modelId="{52EF6F1E-087D-1040-B9C5-EF831B6C6ABC}">
      <dsp:nvSpPr>
        <dsp:cNvPr id="0" name=""/>
        <dsp:cNvSpPr/>
      </dsp:nvSpPr>
      <dsp:spPr>
        <a:xfrm>
          <a:off x="0" y="1847591"/>
          <a:ext cx="10378440" cy="393120"/>
        </a:xfrm>
        <a:prstGeom prst="roundRect">
          <a:avLst/>
        </a:prstGeom>
        <a:solidFill>
          <a:schemeClr val="accent5">
            <a:hueOff val="-8101434"/>
            <a:satOff val="-551"/>
            <a:lumOff val="13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GB" sz="1600" kern="1200" dirty="0"/>
            <a:t>&lt;title&gt; Defines the page title shown on the browser tab.</a:t>
          </a:r>
          <a:endParaRPr lang="en-US" sz="1600" kern="1200" dirty="0"/>
        </a:p>
      </dsp:txBody>
      <dsp:txXfrm>
        <a:off x="19191" y="1866782"/>
        <a:ext cx="10340058" cy="354738"/>
      </dsp:txXfrm>
    </dsp:sp>
    <dsp:sp modelId="{64ABA572-3CE6-C742-B71A-4095B378B03F}">
      <dsp:nvSpPr>
        <dsp:cNvPr id="0" name=""/>
        <dsp:cNvSpPr/>
      </dsp:nvSpPr>
      <dsp:spPr>
        <a:xfrm>
          <a:off x="0" y="2286791"/>
          <a:ext cx="10378440" cy="393120"/>
        </a:xfrm>
        <a:prstGeom prst="roundRect">
          <a:avLst/>
        </a:prstGeom>
        <a:solidFill>
          <a:schemeClr val="accent5">
            <a:hueOff val="-10126791"/>
            <a:satOff val="-688"/>
            <a:lumOff val="163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GB" sz="1600" kern="1200" dirty="0"/>
            <a:t>&lt;link&gt; Links external resources like CSS files.</a:t>
          </a:r>
          <a:endParaRPr lang="en-US" sz="1600" kern="1200" dirty="0"/>
        </a:p>
      </dsp:txBody>
      <dsp:txXfrm>
        <a:off x="19191" y="2305982"/>
        <a:ext cx="10340058" cy="354738"/>
      </dsp:txXfrm>
    </dsp:sp>
    <dsp:sp modelId="{5BF58660-7922-2341-A708-1040C824A6F8}">
      <dsp:nvSpPr>
        <dsp:cNvPr id="0" name=""/>
        <dsp:cNvSpPr/>
      </dsp:nvSpPr>
      <dsp:spPr>
        <a:xfrm>
          <a:off x="0" y="2725991"/>
          <a:ext cx="10378440" cy="393120"/>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GB" sz="1600" kern="1200"/>
            <a:t>&lt;body&gt; Contains all the visible page content.</a:t>
          </a:r>
          <a:endParaRPr lang="en-US" sz="1600" kern="1200"/>
        </a:p>
      </dsp:txBody>
      <dsp:txXfrm>
        <a:off x="19191" y="2745182"/>
        <a:ext cx="10340058" cy="354738"/>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7/3/layout/HorizontalPathTimeline">
  <dgm:title val="Horizontal Path Timeline"/>
  <dgm:desc val="Use to show a list of events in chronological order. The rectangular shape contains the description while the date is shown near the circular dot along the time line. It's the perfect SmartArt for displaying large amount of text with a short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refType="h" fact="0.04"/>
      <dgm:constr type="ctrY" for="ch" forName="divider" refType="h" fact="0.5"/>
      <dgm:constr type="l" for="ch" forName="divider"/>
      <dgm:constr type="w" for="ch" forName="nodes" refType="w"/>
      <dgm:constr type="h" for="ch" forName="nodes" refType="h"/>
    </dgm:constrLst>
    <dgm:layoutNode name="divider" styleLbl="node1">
      <dgm:alg type="sp"/>
      <dgm:shape xmlns:r="http://schemas.openxmlformats.org/officeDocument/2006/relationships" type="rect" r:blip="" zOrderOff="2">
        <dgm:adjLst/>
      </dgm:shap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
                <dgm:constr type="l" for="ch" forName="L1TextContainer" refType="w" fact="0.1"/>
                <dgm:constr type="t" for="ch" forName="L1TextContainer" refType="h" fact="0.537"/>
                <dgm:constr type="h" for="ch" forName="L1TextContainer" refType="h" fact="0.113"/>
                <dgm:constr type="w" for="ch" forName="L2TextContainerWrapper" refType="w" fact="0.88"/>
                <dgm:constr type="h" for="ch" forName="L2TextContainerWrapper" refType="h" fact="0.31"/>
                <dgm:constr type="b" for="ch" forName="L2TextContainerWrapper" refType="h" fact="0.31"/>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31"/>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
                <dgm:constr type="l" for="ch" forName="L1TextContainer" refType="w" fact="0.1"/>
                <dgm:constr type="t" for="ch" forName="L1TextContainer" refType="h" fact="0.35"/>
                <dgm:constr type="h" for="ch" forName="L1TextContainer" refType="h" fact="0.113"/>
                <dgm:constr type="w" for="ch" forName="L2TextContainerWrapper" refType="w" fact="0.88"/>
                <dgm:constr type="h" for="ch" forName="L2TextContainerWrapper" refType="h" fact="0.31"/>
                <dgm:constr type="t" for="ch" forName="L2TextContainerWrapper" refType="h" fact="0.69"/>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52"/>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styleLbl="bgAccFollowNode1">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45"/>
                  <dgm:constr type="b" for="ch" forName="L2TextContainer" refType="h"/>
                  <dgm:constr type="h" for="ch" forName="FlexibleEmptyPlaceHolder" refType="h" fact="0.55"/>
                </dgm:constrLst>
              </dgm:if>
              <dgm:else name="CaseForPlacingL2TextContaineBelowDivider">
                <dgm:constrLst>
                  <dgm:constr type="h" for="ch" forName="L2TextContainer" refType="h" fact="0.45"/>
                  <dgm:constr type="h" for="ch" forName="FlexibleEmptyPlaceHolder" refType="h" fact="0.55"/>
                  <dgm:constr type="b" for="ch" forName="FlexibleEmptyPlaceHolder" refType="h"/>
                </dgm:constrLst>
              </dgm:else>
            </dgm:choose>
            <dgm:layoutNode name="L2TextContainer" styleLbl="bgAccFollowNode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ect" r:blip="">
                <dgm:adjLst/>
              </dgm:shape>
              <dgm:presOf axis="des" ptType="node"/>
              <dgm:constrLst>
                <dgm:constr type="lMarg" refType="primFontSz" fact="0.75"/>
                <dgm:constr type="rMarg" refType="primFontSz" fact="0.75"/>
                <dgm:constr type="tMarg" refType="primFontSz" fact="0.75"/>
                <dgm:constr type="bMarg" refType="primFontSz" fact="0.75"/>
              </dgm:constrLst>
              <dgm:ruleLst>
                <dgm:rule type="h" val="INF" fact="NaN" max="NaN"/>
                <dgm:rule type="primFontSz" val="11" fact="NaN" max="NaN"/>
                <dgm:rule type="secFontSz" val="9"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alignNode1" moveWith="L2TextContainer">
            <dgm:alg type="sp"/>
            <dgm:shape xmlns:r="http://schemas.openxmlformats.org/officeDocument/2006/relationships" type="line" r:blip="" zOrderOff="-1">
              <dgm:adjLst/>
              <dgm:extLst>
                <a:ext uri="{B698B0E9-8C71-41B9-8309-B3DCBF30829C}">
                  <dgm1612:spPr xmlns:dgm1612="http://schemas.microsoft.com/office/drawing/2016/12/diagram">
                    <a:ln w="6350">
                      <a:prstDash val="dash"/>
                    </a:ln>
                  </dgm1612:spPr>
                </a:ext>
              </dgm:extLst>
            </dgm:shape>
            <dgm:presOf/>
            <dgm:constrLst/>
          </dgm:layoutNode>
          <dgm:layoutNode name="ConnectorPoint" styleLbl="fgAcc1" moveWith="L2TextContainer">
            <dgm:alg type="sp"/>
            <dgm:shape xmlns:r="http://schemas.openxmlformats.org/officeDocument/2006/relationships" type="ellipse" r:blip="" zOrderOff="10">
              <dgm:adjLst/>
              <dgm:extLst>
                <a:ext uri="{B698B0E9-8C71-41B9-8309-B3DCBF30829C}">
                  <dgm1612:spPr xmlns:dgm1612="http://schemas.microsoft.com/office/drawing/2016/12/diagram">
                    <a:ln>
                      <a:noFill/>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0915A-B5C9-E1ED-7333-D182597639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E"/>
          </a:p>
        </p:txBody>
      </p:sp>
      <p:sp>
        <p:nvSpPr>
          <p:cNvPr id="3" name="Subtitle 2">
            <a:extLst>
              <a:ext uri="{FF2B5EF4-FFF2-40B4-BE49-F238E27FC236}">
                <a16:creationId xmlns:a16="http://schemas.microsoft.com/office/drawing/2014/main" id="{5932F892-9B5F-A235-E3B7-A3D7318D44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E"/>
          </a:p>
        </p:txBody>
      </p:sp>
      <p:sp>
        <p:nvSpPr>
          <p:cNvPr id="4" name="Date Placeholder 3">
            <a:extLst>
              <a:ext uri="{FF2B5EF4-FFF2-40B4-BE49-F238E27FC236}">
                <a16:creationId xmlns:a16="http://schemas.microsoft.com/office/drawing/2014/main" id="{270EAC55-D368-87A2-249D-08451B0CC3F7}"/>
              </a:ext>
            </a:extLst>
          </p:cNvPr>
          <p:cNvSpPr>
            <a:spLocks noGrp="1"/>
          </p:cNvSpPr>
          <p:nvPr>
            <p:ph type="dt" sz="half" idx="10"/>
          </p:nvPr>
        </p:nvSpPr>
        <p:spPr/>
        <p:txBody>
          <a:bodyPr/>
          <a:lstStyle/>
          <a:p>
            <a:fld id="{D246B7FD-7642-C144-BB6A-E119D4BDDCAF}" type="datetimeFigureOut">
              <a:rPr lang="en-GE" smtClean="0"/>
              <a:t>31.07.25</a:t>
            </a:fld>
            <a:endParaRPr lang="en-GE"/>
          </a:p>
        </p:txBody>
      </p:sp>
      <p:sp>
        <p:nvSpPr>
          <p:cNvPr id="5" name="Footer Placeholder 4">
            <a:extLst>
              <a:ext uri="{FF2B5EF4-FFF2-40B4-BE49-F238E27FC236}">
                <a16:creationId xmlns:a16="http://schemas.microsoft.com/office/drawing/2014/main" id="{A233696D-E76A-5677-5344-F7342A92E5A8}"/>
              </a:ext>
            </a:extLst>
          </p:cNvPr>
          <p:cNvSpPr>
            <a:spLocks noGrp="1"/>
          </p:cNvSpPr>
          <p:nvPr>
            <p:ph type="ftr" sz="quarter" idx="11"/>
          </p:nvPr>
        </p:nvSpPr>
        <p:spPr/>
        <p:txBody>
          <a:bodyPr/>
          <a:lstStyle/>
          <a:p>
            <a:endParaRPr lang="en-GE"/>
          </a:p>
        </p:txBody>
      </p:sp>
      <p:sp>
        <p:nvSpPr>
          <p:cNvPr id="6" name="Slide Number Placeholder 5">
            <a:extLst>
              <a:ext uri="{FF2B5EF4-FFF2-40B4-BE49-F238E27FC236}">
                <a16:creationId xmlns:a16="http://schemas.microsoft.com/office/drawing/2014/main" id="{F1EBD4E4-60C4-FF1E-7E0E-0E05AC3097EB}"/>
              </a:ext>
            </a:extLst>
          </p:cNvPr>
          <p:cNvSpPr>
            <a:spLocks noGrp="1"/>
          </p:cNvSpPr>
          <p:nvPr>
            <p:ph type="sldNum" sz="quarter" idx="12"/>
          </p:nvPr>
        </p:nvSpPr>
        <p:spPr/>
        <p:txBody>
          <a:bodyPr/>
          <a:lstStyle/>
          <a:p>
            <a:fld id="{1A08BD8A-7076-9E49-92A2-63A4CB20F075}" type="slidenum">
              <a:rPr lang="en-GE" smtClean="0"/>
              <a:t>‹#›</a:t>
            </a:fld>
            <a:endParaRPr lang="en-GE"/>
          </a:p>
        </p:txBody>
      </p:sp>
    </p:spTree>
    <p:extLst>
      <p:ext uri="{BB962C8B-B14F-4D97-AF65-F5344CB8AC3E}">
        <p14:creationId xmlns:p14="http://schemas.microsoft.com/office/powerpoint/2010/main" val="18694360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BB860-F8C7-5124-87E6-560CA83C70E8}"/>
              </a:ext>
            </a:extLst>
          </p:cNvPr>
          <p:cNvSpPr>
            <a:spLocks noGrp="1"/>
          </p:cNvSpPr>
          <p:nvPr>
            <p:ph type="title"/>
          </p:nvPr>
        </p:nvSpPr>
        <p:spPr/>
        <p:txBody>
          <a:bodyPr/>
          <a:lstStyle/>
          <a:p>
            <a:r>
              <a:rPr lang="en-GB"/>
              <a:t>Click to edit Master title style</a:t>
            </a:r>
            <a:endParaRPr lang="en-GE"/>
          </a:p>
        </p:txBody>
      </p:sp>
      <p:sp>
        <p:nvSpPr>
          <p:cNvPr id="3" name="Content Placeholder 2">
            <a:extLst>
              <a:ext uri="{FF2B5EF4-FFF2-40B4-BE49-F238E27FC236}">
                <a16:creationId xmlns:a16="http://schemas.microsoft.com/office/drawing/2014/main" id="{A4746CD4-6D60-029A-5B70-BE5FC9DD9BF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E"/>
          </a:p>
        </p:txBody>
      </p:sp>
      <p:sp>
        <p:nvSpPr>
          <p:cNvPr id="4" name="Date Placeholder 3">
            <a:extLst>
              <a:ext uri="{FF2B5EF4-FFF2-40B4-BE49-F238E27FC236}">
                <a16:creationId xmlns:a16="http://schemas.microsoft.com/office/drawing/2014/main" id="{399EFBA1-2B1C-CB8D-1DD9-03FCAD75FCB3}"/>
              </a:ext>
            </a:extLst>
          </p:cNvPr>
          <p:cNvSpPr>
            <a:spLocks noGrp="1"/>
          </p:cNvSpPr>
          <p:nvPr>
            <p:ph type="dt" sz="half" idx="10"/>
          </p:nvPr>
        </p:nvSpPr>
        <p:spPr/>
        <p:txBody>
          <a:bodyPr/>
          <a:lstStyle/>
          <a:p>
            <a:fld id="{D246B7FD-7642-C144-BB6A-E119D4BDDCAF}" type="datetimeFigureOut">
              <a:rPr lang="en-GE" smtClean="0"/>
              <a:t>31.07.25</a:t>
            </a:fld>
            <a:endParaRPr lang="en-GE"/>
          </a:p>
        </p:txBody>
      </p:sp>
      <p:sp>
        <p:nvSpPr>
          <p:cNvPr id="5" name="Footer Placeholder 4">
            <a:extLst>
              <a:ext uri="{FF2B5EF4-FFF2-40B4-BE49-F238E27FC236}">
                <a16:creationId xmlns:a16="http://schemas.microsoft.com/office/drawing/2014/main" id="{FBEFAD69-C4C5-335B-0BF9-B98A710B3DE1}"/>
              </a:ext>
            </a:extLst>
          </p:cNvPr>
          <p:cNvSpPr>
            <a:spLocks noGrp="1"/>
          </p:cNvSpPr>
          <p:nvPr>
            <p:ph type="ftr" sz="quarter" idx="11"/>
          </p:nvPr>
        </p:nvSpPr>
        <p:spPr/>
        <p:txBody>
          <a:bodyPr/>
          <a:lstStyle/>
          <a:p>
            <a:endParaRPr lang="en-GE"/>
          </a:p>
        </p:txBody>
      </p:sp>
      <p:sp>
        <p:nvSpPr>
          <p:cNvPr id="6" name="Slide Number Placeholder 5">
            <a:extLst>
              <a:ext uri="{FF2B5EF4-FFF2-40B4-BE49-F238E27FC236}">
                <a16:creationId xmlns:a16="http://schemas.microsoft.com/office/drawing/2014/main" id="{7A05D522-3629-4A71-CA10-9D6710FB6E30}"/>
              </a:ext>
            </a:extLst>
          </p:cNvPr>
          <p:cNvSpPr>
            <a:spLocks noGrp="1"/>
          </p:cNvSpPr>
          <p:nvPr>
            <p:ph type="sldNum" sz="quarter" idx="12"/>
          </p:nvPr>
        </p:nvSpPr>
        <p:spPr/>
        <p:txBody>
          <a:bodyPr/>
          <a:lstStyle/>
          <a:p>
            <a:fld id="{1A08BD8A-7076-9E49-92A2-63A4CB20F075}" type="slidenum">
              <a:rPr lang="en-GE" smtClean="0"/>
              <a:t>‹#›</a:t>
            </a:fld>
            <a:endParaRPr lang="en-GE"/>
          </a:p>
        </p:txBody>
      </p:sp>
    </p:spTree>
    <p:extLst>
      <p:ext uri="{BB962C8B-B14F-4D97-AF65-F5344CB8AC3E}">
        <p14:creationId xmlns:p14="http://schemas.microsoft.com/office/powerpoint/2010/main" val="1150732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92435-EA9F-9DD5-5938-24EF5A60974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E"/>
          </a:p>
        </p:txBody>
      </p:sp>
      <p:sp>
        <p:nvSpPr>
          <p:cNvPr id="3" name="Text Placeholder 2">
            <a:extLst>
              <a:ext uri="{FF2B5EF4-FFF2-40B4-BE49-F238E27FC236}">
                <a16:creationId xmlns:a16="http://schemas.microsoft.com/office/drawing/2014/main" id="{BF6C80BF-C222-A3F6-39F3-BCB75DDDDDA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35DBDFB-AE09-8A1A-5DE4-8743D2E52A1C}"/>
              </a:ext>
            </a:extLst>
          </p:cNvPr>
          <p:cNvSpPr>
            <a:spLocks noGrp="1"/>
          </p:cNvSpPr>
          <p:nvPr>
            <p:ph type="dt" sz="half" idx="10"/>
          </p:nvPr>
        </p:nvSpPr>
        <p:spPr/>
        <p:txBody>
          <a:bodyPr/>
          <a:lstStyle/>
          <a:p>
            <a:fld id="{D246B7FD-7642-C144-BB6A-E119D4BDDCAF}" type="datetimeFigureOut">
              <a:rPr lang="en-GE" smtClean="0"/>
              <a:t>31.07.25</a:t>
            </a:fld>
            <a:endParaRPr lang="en-GE"/>
          </a:p>
        </p:txBody>
      </p:sp>
      <p:sp>
        <p:nvSpPr>
          <p:cNvPr id="5" name="Footer Placeholder 4">
            <a:extLst>
              <a:ext uri="{FF2B5EF4-FFF2-40B4-BE49-F238E27FC236}">
                <a16:creationId xmlns:a16="http://schemas.microsoft.com/office/drawing/2014/main" id="{BE46C8D6-EEDA-D82F-4F93-ED9F8D505A0C}"/>
              </a:ext>
            </a:extLst>
          </p:cNvPr>
          <p:cNvSpPr>
            <a:spLocks noGrp="1"/>
          </p:cNvSpPr>
          <p:nvPr>
            <p:ph type="ftr" sz="quarter" idx="11"/>
          </p:nvPr>
        </p:nvSpPr>
        <p:spPr/>
        <p:txBody>
          <a:bodyPr/>
          <a:lstStyle/>
          <a:p>
            <a:endParaRPr lang="en-GE"/>
          </a:p>
        </p:txBody>
      </p:sp>
      <p:sp>
        <p:nvSpPr>
          <p:cNvPr id="6" name="Slide Number Placeholder 5">
            <a:extLst>
              <a:ext uri="{FF2B5EF4-FFF2-40B4-BE49-F238E27FC236}">
                <a16:creationId xmlns:a16="http://schemas.microsoft.com/office/drawing/2014/main" id="{C862B674-3DDA-9F2B-361C-E3689E4D6D20}"/>
              </a:ext>
            </a:extLst>
          </p:cNvPr>
          <p:cNvSpPr>
            <a:spLocks noGrp="1"/>
          </p:cNvSpPr>
          <p:nvPr>
            <p:ph type="sldNum" sz="quarter" idx="12"/>
          </p:nvPr>
        </p:nvSpPr>
        <p:spPr/>
        <p:txBody>
          <a:bodyPr/>
          <a:lstStyle/>
          <a:p>
            <a:fld id="{1A08BD8A-7076-9E49-92A2-63A4CB20F075}" type="slidenum">
              <a:rPr lang="en-GE" smtClean="0"/>
              <a:t>‹#›</a:t>
            </a:fld>
            <a:endParaRPr lang="en-GE"/>
          </a:p>
        </p:txBody>
      </p:sp>
    </p:spTree>
    <p:extLst>
      <p:ext uri="{BB962C8B-B14F-4D97-AF65-F5344CB8AC3E}">
        <p14:creationId xmlns:p14="http://schemas.microsoft.com/office/powerpoint/2010/main" val="3454129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884C1-6E38-5127-5E22-0063FD8100F3}"/>
              </a:ext>
            </a:extLst>
          </p:cNvPr>
          <p:cNvSpPr>
            <a:spLocks noGrp="1"/>
          </p:cNvSpPr>
          <p:nvPr>
            <p:ph type="title"/>
          </p:nvPr>
        </p:nvSpPr>
        <p:spPr/>
        <p:txBody>
          <a:bodyPr/>
          <a:lstStyle/>
          <a:p>
            <a:r>
              <a:rPr lang="en-GB"/>
              <a:t>Click to edit Master title style</a:t>
            </a:r>
            <a:endParaRPr lang="en-GE"/>
          </a:p>
        </p:txBody>
      </p:sp>
      <p:sp>
        <p:nvSpPr>
          <p:cNvPr id="3" name="Content Placeholder 2">
            <a:extLst>
              <a:ext uri="{FF2B5EF4-FFF2-40B4-BE49-F238E27FC236}">
                <a16:creationId xmlns:a16="http://schemas.microsoft.com/office/drawing/2014/main" id="{CEC01DBE-3503-E7B7-9373-D8D0EF9CF93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E"/>
          </a:p>
        </p:txBody>
      </p:sp>
      <p:sp>
        <p:nvSpPr>
          <p:cNvPr id="4" name="Content Placeholder 3">
            <a:extLst>
              <a:ext uri="{FF2B5EF4-FFF2-40B4-BE49-F238E27FC236}">
                <a16:creationId xmlns:a16="http://schemas.microsoft.com/office/drawing/2014/main" id="{187BE6B8-1CAC-31D6-2445-C55CAAA41FE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E"/>
          </a:p>
        </p:txBody>
      </p:sp>
      <p:sp>
        <p:nvSpPr>
          <p:cNvPr id="5" name="Date Placeholder 4">
            <a:extLst>
              <a:ext uri="{FF2B5EF4-FFF2-40B4-BE49-F238E27FC236}">
                <a16:creationId xmlns:a16="http://schemas.microsoft.com/office/drawing/2014/main" id="{7A587F00-A1E6-A058-F8A2-93DBC5F5C82F}"/>
              </a:ext>
            </a:extLst>
          </p:cNvPr>
          <p:cNvSpPr>
            <a:spLocks noGrp="1"/>
          </p:cNvSpPr>
          <p:nvPr>
            <p:ph type="dt" sz="half" idx="10"/>
          </p:nvPr>
        </p:nvSpPr>
        <p:spPr/>
        <p:txBody>
          <a:bodyPr/>
          <a:lstStyle/>
          <a:p>
            <a:fld id="{D246B7FD-7642-C144-BB6A-E119D4BDDCAF}" type="datetimeFigureOut">
              <a:rPr lang="en-GE" smtClean="0"/>
              <a:t>31.07.25</a:t>
            </a:fld>
            <a:endParaRPr lang="en-GE"/>
          </a:p>
        </p:txBody>
      </p:sp>
      <p:sp>
        <p:nvSpPr>
          <p:cNvPr id="6" name="Footer Placeholder 5">
            <a:extLst>
              <a:ext uri="{FF2B5EF4-FFF2-40B4-BE49-F238E27FC236}">
                <a16:creationId xmlns:a16="http://schemas.microsoft.com/office/drawing/2014/main" id="{E46084D9-2BFA-1FFD-549A-180197AE6425}"/>
              </a:ext>
            </a:extLst>
          </p:cNvPr>
          <p:cNvSpPr>
            <a:spLocks noGrp="1"/>
          </p:cNvSpPr>
          <p:nvPr>
            <p:ph type="ftr" sz="quarter" idx="11"/>
          </p:nvPr>
        </p:nvSpPr>
        <p:spPr/>
        <p:txBody>
          <a:bodyPr/>
          <a:lstStyle/>
          <a:p>
            <a:endParaRPr lang="en-GE"/>
          </a:p>
        </p:txBody>
      </p:sp>
      <p:sp>
        <p:nvSpPr>
          <p:cNvPr id="7" name="Slide Number Placeholder 6">
            <a:extLst>
              <a:ext uri="{FF2B5EF4-FFF2-40B4-BE49-F238E27FC236}">
                <a16:creationId xmlns:a16="http://schemas.microsoft.com/office/drawing/2014/main" id="{C58DF600-257D-8C94-D6BC-AF6FD0140194}"/>
              </a:ext>
            </a:extLst>
          </p:cNvPr>
          <p:cNvSpPr>
            <a:spLocks noGrp="1"/>
          </p:cNvSpPr>
          <p:nvPr>
            <p:ph type="sldNum" sz="quarter" idx="12"/>
          </p:nvPr>
        </p:nvSpPr>
        <p:spPr/>
        <p:txBody>
          <a:bodyPr/>
          <a:lstStyle/>
          <a:p>
            <a:fld id="{1A08BD8A-7076-9E49-92A2-63A4CB20F075}" type="slidenum">
              <a:rPr lang="en-GE" smtClean="0"/>
              <a:t>‹#›</a:t>
            </a:fld>
            <a:endParaRPr lang="en-GE"/>
          </a:p>
        </p:txBody>
      </p:sp>
    </p:spTree>
    <p:extLst>
      <p:ext uri="{BB962C8B-B14F-4D97-AF65-F5344CB8AC3E}">
        <p14:creationId xmlns:p14="http://schemas.microsoft.com/office/powerpoint/2010/main" val="20361810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E299F-578F-2FDE-AB7C-49DB83BAB839}"/>
              </a:ext>
            </a:extLst>
          </p:cNvPr>
          <p:cNvSpPr>
            <a:spLocks noGrp="1"/>
          </p:cNvSpPr>
          <p:nvPr>
            <p:ph type="title"/>
          </p:nvPr>
        </p:nvSpPr>
        <p:spPr>
          <a:xfrm>
            <a:off x="839788" y="365125"/>
            <a:ext cx="10515600" cy="1325563"/>
          </a:xfrm>
        </p:spPr>
        <p:txBody>
          <a:bodyPr/>
          <a:lstStyle/>
          <a:p>
            <a:r>
              <a:rPr lang="en-GB"/>
              <a:t>Click to edit Master title style</a:t>
            </a:r>
            <a:endParaRPr lang="en-GE"/>
          </a:p>
        </p:txBody>
      </p:sp>
      <p:sp>
        <p:nvSpPr>
          <p:cNvPr id="3" name="Text Placeholder 2">
            <a:extLst>
              <a:ext uri="{FF2B5EF4-FFF2-40B4-BE49-F238E27FC236}">
                <a16:creationId xmlns:a16="http://schemas.microsoft.com/office/drawing/2014/main" id="{048BED3B-B2A3-2E20-4320-FB489B565C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898B65D-3C7A-4D25-9E52-D3A5F475F38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E"/>
          </a:p>
        </p:txBody>
      </p:sp>
      <p:sp>
        <p:nvSpPr>
          <p:cNvPr id="5" name="Text Placeholder 4">
            <a:extLst>
              <a:ext uri="{FF2B5EF4-FFF2-40B4-BE49-F238E27FC236}">
                <a16:creationId xmlns:a16="http://schemas.microsoft.com/office/drawing/2014/main" id="{3D04017F-95D2-1D1D-DAF7-499598B85A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759D2F3-4275-1674-C002-55673AC56F7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E"/>
          </a:p>
        </p:txBody>
      </p:sp>
      <p:sp>
        <p:nvSpPr>
          <p:cNvPr id="7" name="Date Placeholder 6">
            <a:extLst>
              <a:ext uri="{FF2B5EF4-FFF2-40B4-BE49-F238E27FC236}">
                <a16:creationId xmlns:a16="http://schemas.microsoft.com/office/drawing/2014/main" id="{D9F9B7A0-B1CA-AFAB-D457-13F6CDE6B60F}"/>
              </a:ext>
            </a:extLst>
          </p:cNvPr>
          <p:cNvSpPr>
            <a:spLocks noGrp="1"/>
          </p:cNvSpPr>
          <p:nvPr>
            <p:ph type="dt" sz="half" idx="10"/>
          </p:nvPr>
        </p:nvSpPr>
        <p:spPr/>
        <p:txBody>
          <a:bodyPr/>
          <a:lstStyle/>
          <a:p>
            <a:fld id="{D246B7FD-7642-C144-BB6A-E119D4BDDCAF}" type="datetimeFigureOut">
              <a:rPr lang="en-GE" smtClean="0"/>
              <a:t>31.07.25</a:t>
            </a:fld>
            <a:endParaRPr lang="en-GE"/>
          </a:p>
        </p:txBody>
      </p:sp>
      <p:sp>
        <p:nvSpPr>
          <p:cNvPr id="8" name="Footer Placeholder 7">
            <a:extLst>
              <a:ext uri="{FF2B5EF4-FFF2-40B4-BE49-F238E27FC236}">
                <a16:creationId xmlns:a16="http://schemas.microsoft.com/office/drawing/2014/main" id="{8F5F7DAC-53BB-9A72-83B6-C44F4F60C9AC}"/>
              </a:ext>
            </a:extLst>
          </p:cNvPr>
          <p:cNvSpPr>
            <a:spLocks noGrp="1"/>
          </p:cNvSpPr>
          <p:nvPr>
            <p:ph type="ftr" sz="quarter" idx="11"/>
          </p:nvPr>
        </p:nvSpPr>
        <p:spPr/>
        <p:txBody>
          <a:bodyPr/>
          <a:lstStyle/>
          <a:p>
            <a:endParaRPr lang="en-GE"/>
          </a:p>
        </p:txBody>
      </p:sp>
      <p:sp>
        <p:nvSpPr>
          <p:cNvPr id="9" name="Slide Number Placeholder 8">
            <a:extLst>
              <a:ext uri="{FF2B5EF4-FFF2-40B4-BE49-F238E27FC236}">
                <a16:creationId xmlns:a16="http://schemas.microsoft.com/office/drawing/2014/main" id="{3A3404AF-17DB-916A-54B7-E553E751CBE2}"/>
              </a:ext>
            </a:extLst>
          </p:cNvPr>
          <p:cNvSpPr>
            <a:spLocks noGrp="1"/>
          </p:cNvSpPr>
          <p:nvPr>
            <p:ph type="sldNum" sz="quarter" idx="12"/>
          </p:nvPr>
        </p:nvSpPr>
        <p:spPr/>
        <p:txBody>
          <a:bodyPr/>
          <a:lstStyle/>
          <a:p>
            <a:fld id="{1A08BD8A-7076-9E49-92A2-63A4CB20F075}" type="slidenum">
              <a:rPr lang="en-GE" smtClean="0"/>
              <a:t>‹#›</a:t>
            </a:fld>
            <a:endParaRPr lang="en-GE"/>
          </a:p>
        </p:txBody>
      </p:sp>
    </p:spTree>
    <p:extLst>
      <p:ext uri="{BB962C8B-B14F-4D97-AF65-F5344CB8AC3E}">
        <p14:creationId xmlns:p14="http://schemas.microsoft.com/office/powerpoint/2010/main" val="40244516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8CF2E-2EEF-7CD5-D0FA-B5A1C371AB45}"/>
              </a:ext>
            </a:extLst>
          </p:cNvPr>
          <p:cNvSpPr>
            <a:spLocks noGrp="1"/>
          </p:cNvSpPr>
          <p:nvPr>
            <p:ph type="title"/>
          </p:nvPr>
        </p:nvSpPr>
        <p:spPr/>
        <p:txBody>
          <a:bodyPr/>
          <a:lstStyle/>
          <a:p>
            <a:r>
              <a:rPr lang="en-GB"/>
              <a:t>Click to edit Master title style</a:t>
            </a:r>
            <a:endParaRPr lang="en-GE"/>
          </a:p>
        </p:txBody>
      </p:sp>
      <p:sp>
        <p:nvSpPr>
          <p:cNvPr id="3" name="Date Placeholder 2">
            <a:extLst>
              <a:ext uri="{FF2B5EF4-FFF2-40B4-BE49-F238E27FC236}">
                <a16:creationId xmlns:a16="http://schemas.microsoft.com/office/drawing/2014/main" id="{B5F1D958-C13B-295C-9E12-A44C0730BE74}"/>
              </a:ext>
            </a:extLst>
          </p:cNvPr>
          <p:cNvSpPr>
            <a:spLocks noGrp="1"/>
          </p:cNvSpPr>
          <p:nvPr>
            <p:ph type="dt" sz="half" idx="10"/>
          </p:nvPr>
        </p:nvSpPr>
        <p:spPr/>
        <p:txBody>
          <a:bodyPr/>
          <a:lstStyle/>
          <a:p>
            <a:fld id="{D246B7FD-7642-C144-BB6A-E119D4BDDCAF}" type="datetimeFigureOut">
              <a:rPr lang="en-GE" smtClean="0"/>
              <a:t>31.07.25</a:t>
            </a:fld>
            <a:endParaRPr lang="en-GE"/>
          </a:p>
        </p:txBody>
      </p:sp>
      <p:sp>
        <p:nvSpPr>
          <p:cNvPr id="4" name="Footer Placeholder 3">
            <a:extLst>
              <a:ext uri="{FF2B5EF4-FFF2-40B4-BE49-F238E27FC236}">
                <a16:creationId xmlns:a16="http://schemas.microsoft.com/office/drawing/2014/main" id="{6513631A-04D6-0F11-D4C9-264392723860}"/>
              </a:ext>
            </a:extLst>
          </p:cNvPr>
          <p:cNvSpPr>
            <a:spLocks noGrp="1"/>
          </p:cNvSpPr>
          <p:nvPr>
            <p:ph type="ftr" sz="quarter" idx="11"/>
          </p:nvPr>
        </p:nvSpPr>
        <p:spPr/>
        <p:txBody>
          <a:bodyPr/>
          <a:lstStyle/>
          <a:p>
            <a:endParaRPr lang="en-GE"/>
          </a:p>
        </p:txBody>
      </p:sp>
      <p:sp>
        <p:nvSpPr>
          <p:cNvPr id="5" name="Slide Number Placeholder 4">
            <a:extLst>
              <a:ext uri="{FF2B5EF4-FFF2-40B4-BE49-F238E27FC236}">
                <a16:creationId xmlns:a16="http://schemas.microsoft.com/office/drawing/2014/main" id="{68D00441-8544-54BA-81DF-46BD5F334CDF}"/>
              </a:ext>
            </a:extLst>
          </p:cNvPr>
          <p:cNvSpPr>
            <a:spLocks noGrp="1"/>
          </p:cNvSpPr>
          <p:nvPr>
            <p:ph type="sldNum" sz="quarter" idx="12"/>
          </p:nvPr>
        </p:nvSpPr>
        <p:spPr/>
        <p:txBody>
          <a:bodyPr/>
          <a:lstStyle/>
          <a:p>
            <a:fld id="{1A08BD8A-7076-9E49-92A2-63A4CB20F075}" type="slidenum">
              <a:rPr lang="en-GE" smtClean="0"/>
              <a:t>‹#›</a:t>
            </a:fld>
            <a:endParaRPr lang="en-GE"/>
          </a:p>
        </p:txBody>
      </p:sp>
    </p:spTree>
    <p:extLst>
      <p:ext uri="{BB962C8B-B14F-4D97-AF65-F5344CB8AC3E}">
        <p14:creationId xmlns:p14="http://schemas.microsoft.com/office/powerpoint/2010/main" val="42748602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BBE9DB-C4B0-E739-942A-C2EACA890D25}"/>
              </a:ext>
            </a:extLst>
          </p:cNvPr>
          <p:cNvSpPr>
            <a:spLocks noGrp="1"/>
          </p:cNvSpPr>
          <p:nvPr>
            <p:ph type="dt" sz="half" idx="10"/>
          </p:nvPr>
        </p:nvSpPr>
        <p:spPr/>
        <p:txBody>
          <a:bodyPr/>
          <a:lstStyle/>
          <a:p>
            <a:fld id="{D246B7FD-7642-C144-BB6A-E119D4BDDCAF}" type="datetimeFigureOut">
              <a:rPr lang="en-GE" smtClean="0"/>
              <a:t>31.07.25</a:t>
            </a:fld>
            <a:endParaRPr lang="en-GE"/>
          </a:p>
        </p:txBody>
      </p:sp>
      <p:sp>
        <p:nvSpPr>
          <p:cNvPr id="3" name="Footer Placeholder 2">
            <a:extLst>
              <a:ext uri="{FF2B5EF4-FFF2-40B4-BE49-F238E27FC236}">
                <a16:creationId xmlns:a16="http://schemas.microsoft.com/office/drawing/2014/main" id="{E6E66FD0-292F-A69C-2812-30252AD89492}"/>
              </a:ext>
            </a:extLst>
          </p:cNvPr>
          <p:cNvSpPr>
            <a:spLocks noGrp="1"/>
          </p:cNvSpPr>
          <p:nvPr>
            <p:ph type="ftr" sz="quarter" idx="11"/>
          </p:nvPr>
        </p:nvSpPr>
        <p:spPr/>
        <p:txBody>
          <a:bodyPr/>
          <a:lstStyle/>
          <a:p>
            <a:endParaRPr lang="en-GE"/>
          </a:p>
        </p:txBody>
      </p:sp>
      <p:sp>
        <p:nvSpPr>
          <p:cNvPr id="4" name="Slide Number Placeholder 3">
            <a:extLst>
              <a:ext uri="{FF2B5EF4-FFF2-40B4-BE49-F238E27FC236}">
                <a16:creationId xmlns:a16="http://schemas.microsoft.com/office/drawing/2014/main" id="{A454FF93-B9C3-51D5-CBD0-A66643C57A45}"/>
              </a:ext>
            </a:extLst>
          </p:cNvPr>
          <p:cNvSpPr>
            <a:spLocks noGrp="1"/>
          </p:cNvSpPr>
          <p:nvPr>
            <p:ph type="sldNum" sz="quarter" idx="12"/>
          </p:nvPr>
        </p:nvSpPr>
        <p:spPr/>
        <p:txBody>
          <a:bodyPr/>
          <a:lstStyle/>
          <a:p>
            <a:fld id="{1A08BD8A-7076-9E49-92A2-63A4CB20F075}" type="slidenum">
              <a:rPr lang="en-GE" smtClean="0"/>
              <a:t>‹#›</a:t>
            </a:fld>
            <a:endParaRPr lang="en-GE"/>
          </a:p>
        </p:txBody>
      </p:sp>
    </p:spTree>
    <p:extLst>
      <p:ext uri="{BB962C8B-B14F-4D97-AF65-F5344CB8AC3E}">
        <p14:creationId xmlns:p14="http://schemas.microsoft.com/office/powerpoint/2010/main" val="3517484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6B70D-A9D9-B49D-BAF4-C24F11F2330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E"/>
          </a:p>
        </p:txBody>
      </p:sp>
      <p:sp>
        <p:nvSpPr>
          <p:cNvPr id="3" name="Content Placeholder 2">
            <a:extLst>
              <a:ext uri="{FF2B5EF4-FFF2-40B4-BE49-F238E27FC236}">
                <a16:creationId xmlns:a16="http://schemas.microsoft.com/office/drawing/2014/main" id="{B713CB7A-8FB9-D34B-C0DB-F32B03D772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E"/>
          </a:p>
        </p:txBody>
      </p:sp>
      <p:sp>
        <p:nvSpPr>
          <p:cNvPr id="4" name="Text Placeholder 3">
            <a:extLst>
              <a:ext uri="{FF2B5EF4-FFF2-40B4-BE49-F238E27FC236}">
                <a16:creationId xmlns:a16="http://schemas.microsoft.com/office/drawing/2014/main" id="{02FB36F0-4460-6541-196F-E6F1A9F984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AC11B04-3C61-D2FF-45C0-7DDAD901615B}"/>
              </a:ext>
            </a:extLst>
          </p:cNvPr>
          <p:cNvSpPr>
            <a:spLocks noGrp="1"/>
          </p:cNvSpPr>
          <p:nvPr>
            <p:ph type="dt" sz="half" idx="10"/>
          </p:nvPr>
        </p:nvSpPr>
        <p:spPr/>
        <p:txBody>
          <a:bodyPr/>
          <a:lstStyle/>
          <a:p>
            <a:fld id="{D246B7FD-7642-C144-BB6A-E119D4BDDCAF}" type="datetimeFigureOut">
              <a:rPr lang="en-GE" smtClean="0"/>
              <a:t>31.07.25</a:t>
            </a:fld>
            <a:endParaRPr lang="en-GE"/>
          </a:p>
        </p:txBody>
      </p:sp>
      <p:sp>
        <p:nvSpPr>
          <p:cNvPr id="6" name="Footer Placeholder 5">
            <a:extLst>
              <a:ext uri="{FF2B5EF4-FFF2-40B4-BE49-F238E27FC236}">
                <a16:creationId xmlns:a16="http://schemas.microsoft.com/office/drawing/2014/main" id="{1AA47788-E294-BB41-EC58-7D14697969BD}"/>
              </a:ext>
            </a:extLst>
          </p:cNvPr>
          <p:cNvSpPr>
            <a:spLocks noGrp="1"/>
          </p:cNvSpPr>
          <p:nvPr>
            <p:ph type="ftr" sz="quarter" idx="11"/>
          </p:nvPr>
        </p:nvSpPr>
        <p:spPr/>
        <p:txBody>
          <a:bodyPr/>
          <a:lstStyle/>
          <a:p>
            <a:endParaRPr lang="en-GE"/>
          </a:p>
        </p:txBody>
      </p:sp>
      <p:sp>
        <p:nvSpPr>
          <p:cNvPr id="7" name="Slide Number Placeholder 6">
            <a:extLst>
              <a:ext uri="{FF2B5EF4-FFF2-40B4-BE49-F238E27FC236}">
                <a16:creationId xmlns:a16="http://schemas.microsoft.com/office/drawing/2014/main" id="{387397DC-A22F-965E-40A6-06322BC7DBFB}"/>
              </a:ext>
            </a:extLst>
          </p:cNvPr>
          <p:cNvSpPr>
            <a:spLocks noGrp="1"/>
          </p:cNvSpPr>
          <p:nvPr>
            <p:ph type="sldNum" sz="quarter" idx="12"/>
          </p:nvPr>
        </p:nvSpPr>
        <p:spPr/>
        <p:txBody>
          <a:bodyPr/>
          <a:lstStyle/>
          <a:p>
            <a:fld id="{1A08BD8A-7076-9E49-92A2-63A4CB20F075}" type="slidenum">
              <a:rPr lang="en-GE" smtClean="0"/>
              <a:t>‹#›</a:t>
            </a:fld>
            <a:endParaRPr lang="en-GE"/>
          </a:p>
        </p:txBody>
      </p:sp>
    </p:spTree>
    <p:extLst>
      <p:ext uri="{BB962C8B-B14F-4D97-AF65-F5344CB8AC3E}">
        <p14:creationId xmlns:p14="http://schemas.microsoft.com/office/powerpoint/2010/main" val="21142139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635DD-05A3-E87A-FF87-BDB7D4AF2A3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E"/>
          </a:p>
        </p:txBody>
      </p:sp>
      <p:sp>
        <p:nvSpPr>
          <p:cNvPr id="3" name="Picture Placeholder 2">
            <a:extLst>
              <a:ext uri="{FF2B5EF4-FFF2-40B4-BE49-F238E27FC236}">
                <a16:creationId xmlns:a16="http://schemas.microsoft.com/office/drawing/2014/main" id="{91F929DE-C4B7-0747-AAF0-4C50CE4F96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E"/>
          </a:p>
        </p:txBody>
      </p:sp>
      <p:sp>
        <p:nvSpPr>
          <p:cNvPr id="4" name="Text Placeholder 3">
            <a:extLst>
              <a:ext uri="{FF2B5EF4-FFF2-40B4-BE49-F238E27FC236}">
                <a16:creationId xmlns:a16="http://schemas.microsoft.com/office/drawing/2014/main" id="{177CA2EF-BAB3-BB45-A069-401F57A917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5A047F4-32CA-6870-64BF-110DC880923A}"/>
              </a:ext>
            </a:extLst>
          </p:cNvPr>
          <p:cNvSpPr>
            <a:spLocks noGrp="1"/>
          </p:cNvSpPr>
          <p:nvPr>
            <p:ph type="dt" sz="half" idx="10"/>
          </p:nvPr>
        </p:nvSpPr>
        <p:spPr/>
        <p:txBody>
          <a:bodyPr/>
          <a:lstStyle/>
          <a:p>
            <a:fld id="{D246B7FD-7642-C144-BB6A-E119D4BDDCAF}" type="datetimeFigureOut">
              <a:rPr lang="en-GE" smtClean="0"/>
              <a:t>31.07.25</a:t>
            </a:fld>
            <a:endParaRPr lang="en-GE"/>
          </a:p>
        </p:txBody>
      </p:sp>
      <p:sp>
        <p:nvSpPr>
          <p:cNvPr id="6" name="Footer Placeholder 5">
            <a:extLst>
              <a:ext uri="{FF2B5EF4-FFF2-40B4-BE49-F238E27FC236}">
                <a16:creationId xmlns:a16="http://schemas.microsoft.com/office/drawing/2014/main" id="{23E7A265-AC54-43BF-98DA-75D7258FF0C0}"/>
              </a:ext>
            </a:extLst>
          </p:cNvPr>
          <p:cNvSpPr>
            <a:spLocks noGrp="1"/>
          </p:cNvSpPr>
          <p:nvPr>
            <p:ph type="ftr" sz="quarter" idx="11"/>
          </p:nvPr>
        </p:nvSpPr>
        <p:spPr/>
        <p:txBody>
          <a:bodyPr/>
          <a:lstStyle/>
          <a:p>
            <a:endParaRPr lang="en-GE"/>
          </a:p>
        </p:txBody>
      </p:sp>
      <p:sp>
        <p:nvSpPr>
          <p:cNvPr id="7" name="Slide Number Placeholder 6">
            <a:extLst>
              <a:ext uri="{FF2B5EF4-FFF2-40B4-BE49-F238E27FC236}">
                <a16:creationId xmlns:a16="http://schemas.microsoft.com/office/drawing/2014/main" id="{36D78393-E3FA-E41C-D423-FC7E1E10573B}"/>
              </a:ext>
            </a:extLst>
          </p:cNvPr>
          <p:cNvSpPr>
            <a:spLocks noGrp="1"/>
          </p:cNvSpPr>
          <p:nvPr>
            <p:ph type="sldNum" sz="quarter" idx="12"/>
          </p:nvPr>
        </p:nvSpPr>
        <p:spPr/>
        <p:txBody>
          <a:bodyPr/>
          <a:lstStyle/>
          <a:p>
            <a:fld id="{1A08BD8A-7076-9E49-92A2-63A4CB20F075}" type="slidenum">
              <a:rPr lang="en-GE" smtClean="0"/>
              <a:t>‹#›</a:t>
            </a:fld>
            <a:endParaRPr lang="en-GE"/>
          </a:p>
        </p:txBody>
      </p:sp>
    </p:spTree>
    <p:extLst>
      <p:ext uri="{BB962C8B-B14F-4D97-AF65-F5344CB8AC3E}">
        <p14:creationId xmlns:p14="http://schemas.microsoft.com/office/powerpoint/2010/main" val="30013319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21527-37E9-12FC-5443-1DA3A23BC8E2}"/>
              </a:ext>
            </a:extLst>
          </p:cNvPr>
          <p:cNvSpPr>
            <a:spLocks noGrp="1"/>
          </p:cNvSpPr>
          <p:nvPr>
            <p:ph type="title"/>
          </p:nvPr>
        </p:nvSpPr>
        <p:spPr/>
        <p:txBody>
          <a:bodyPr/>
          <a:lstStyle/>
          <a:p>
            <a:r>
              <a:rPr lang="en-GB"/>
              <a:t>Click to edit Master title style</a:t>
            </a:r>
            <a:endParaRPr lang="en-GE"/>
          </a:p>
        </p:txBody>
      </p:sp>
      <p:sp>
        <p:nvSpPr>
          <p:cNvPr id="3" name="Vertical Text Placeholder 2">
            <a:extLst>
              <a:ext uri="{FF2B5EF4-FFF2-40B4-BE49-F238E27FC236}">
                <a16:creationId xmlns:a16="http://schemas.microsoft.com/office/drawing/2014/main" id="{B21B97F7-F739-DDDC-4A77-2926AED37BD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E"/>
          </a:p>
        </p:txBody>
      </p:sp>
      <p:sp>
        <p:nvSpPr>
          <p:cNvPr id="4" name="Date Placeholder 3">
            <a:extLst>
              <a:ext uri="{FF2B5EF4-FFF2-40B4-BE49-F238E27FC236}">
                <a16:creationId xmlns:a16="http://schemas.microsoft.com/office/drawing/2014/main" id="{733E3B14-9681-1022-CF2A-1548965338F0}"/>
              </a:ext>
            </a:extLst>
          </p:cNvPr>
          <p:cNvSpPr>
            <a:spLocks noGrp="1"/>
          </p:cNvSpPr>
          <p:nvPr>
            <p:ph type="dt" sz="half" idx="10"/>
          </p:nvPr>
        </p:nvSpPr>
        <p:spPr/>
        <p:txBody>
          <a:bodyPr/>
          <a:lstStyle/>
          <a:p>
            <a:fld id="{D246B7FD-7642-C144-BB6A-E119D4BDDCAF}" type="datetimeFigureOut">
              <a:rPr lang="en-GE" smtClean="0"/>
              <a:t>31.07.25</a:t>
            </a:fld>
            <a:endParaRPr lang="en-GE"/>
          </a:p>
        </p:txBody>
      </p:sp>
      <p:sp>
        <p:nvSpPr>
          <p:cNvPr id="5" name="Footer Placeholder 4">
            <a:extLst>
              <a:ext uri="{FF2B5EF4-FFF2-40B4-BE49-F238E27FC236}">
                <a16:creationId xmlns:a16="http://schemas.microsoft.com/office/drawing/2014/main" id="{40B15F3F-6C54-3351-FFB7-C92C39601508}"/>
              </a:ext>
            </a:extLst>
          </p:cNvPr>
          <p:cNvSpPr>
            <a:spLocks noGrp="1"/>
          </p:cNvSpPr>
          <p:nvPr>
            <p:ph type="ftr" sz="quarter" idx="11"/>
          </p:nvPr>
        </p:nvSpPr>
        <p:spPr/>
        <p:txBody>
          <a:bodyPr/>
          <a:lstStyle/>
          <a:p>
            <a:endParaRPr lang="en-GE"/>
          </a:p>
        </p:txBody>
      </p:sp>
      <p:sp>
        <p:nvSpPr>
          <p:cNvPr id="6" name="Slide Number Placeholder 5">
            <a:extLst>
              <a:ext uri="{FF2B5EF4-FFF2-40B4-BE49-F238E27FC236}">
                <a16:creationId xmlns:a16="http://schemas.microsoft.com/office/drawing/2014/main" id="{7050FD24-E946-88B2-AE86-08E6A30B890D}"/>
              </a:ext>
            </a:extLst>
          </p:cNvPr>
          <p:cNvSpPr>
            <a:spLocks noGrp="1"/>
          </p:cNvSpPr>
          <p:nvPr>
            <p:ph type="sldNum" sz="quarter" idx="12"/>
          </p:nvPr>
        </p:nvSpPr>
        <p:spPr/>
        <p:txBody>
          <a:bodyPr/>
          <a:lstStyle/>
          <a:p>
            <a:fld id="{1A08BD8A-7076-9E49-92A2-63A4CB20F075}" type="slidenum">
              <a:rPr lang="en-GE" smtClean="0"/>
              <a:t>‹#›</a:t>
            </a:fld>
            <a:endParaRPr lang="en-GE"/>
          </a:p>
        </p:txBody>
      </p:sp>
    </p:spTree>
    <p:extLst>
      <p:ext uri="{BB962C8B-B14F-4D97-AF65-F5344CB8AC3E}">
        <p14:creationId xmlns:p14="http://schemas.microsoft.com/office/powerpoint/2010/main" val="29823158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BBB01D-7DC1-6148-01FB-E6849AF676C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GE"/>
          </a:p>
        </p:txBody>
      </p:sp>
      <p:sp>
        <p:nvSpPr>
          <p:cNvPr id="3" name="Vertical Text Placeholder 2">
            <a:extLst>
              <a:ext uri="{FF2B5EF4-FFF2-40B4-BE49-F238E27FC236}">
                <a16:creationId xmlns:a16="http://schemas.microsoft.com/office/drawing/2014/main" id="{4961934E-36F7-08B0-3F34-03DE0DF196A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E"/>
          </a:p>
        </p:txBody>
      </p:sp>
      <p:sp>
        <p:nvSpPr>
          <p:cNvPr id="4" name="Date Placeholder 3">
            <a:extLst>
              <a:ext uri="{FF2B5EF4-FFF2-40B4-BE49-F238E27FC236}">
                <a16:creationId xmlns:a16="http://schemas.microsoft.com/office/drawing/2014/main" id="{8BD2ADC5-EC06-A294-C665-5E29E1839436}"/>
              </a:ext>
            </a:extLst>
          </p:cNvPr>
          <p:cNvSpPr>
            <a:spLocks noGrp="1"/>
          </p:cNvSpPr>
          <p:nvPr>
            <p:ph type="dt" sz="half" idx="10"/>
          </p:nvPr>
        </p:nvSpPr>
        <p:spPr/>
        <p:txBody>
          <a:bodyPr/>
          <a:lstStyle/>
          <a:p>
            <a:fld id="{D246B7FD-7642-C144-BB6A-E119D4BDDCAF}" type="datetimeFigureOut">
              <a:rPr lang="en-GE" smtClean="0"/>
              <a:t>31.07.25</a:t>
            </a:fld>
            <a:endParaRPr lang="en-GE"/>
          </a:p>
        </p:txBody>
      </p:sp>
      <p:sp>
        <p:nvSpPr>
          <p:cNvPr id="5" name="Footer Placeholder 4">
            <a:extLst>
              <a:ext uri="{FF2B5EF4-FFF2-40B4-BE49-F238E27FC236}">
                <a16:creationId xmlns:a16="http://schemas.microsoft.com/office/drawing/2014/main" id="{89FECD80-F05D-FDA4-0BC9-F2C78058E4A6}"/>
              </a:ext>
            </a:extLst>
          </p:cNvPr>
          <p:cNvSpPr>
            <a:spLocks noGrp="1"/>
          </p:cNvSpPr>
          <p:nvPr>
            <p:ph type="ftr" sz="quarter" idx="11"/>
          </p:nvPr>
        </p:nvSpPr>
        <p:spPr/>
        <p:txBody>
          <a:bodyPr/>
          <a:lstStyle/>
          <a:p>
            <a:endParaRPr lang="en-GE"/>
          </a:p>
        </p:txBody>
      </p:sp>
      <p:sp>
        <p:nvSpPr>
          <p:cNvPr id="6" name="Slide Number Placeholder 5">
            <a:extLst>
              <a:ext uri="{FF2B5EF4-FFF2-40B4-BE49-F238E27FC236}">
                <a16:creationId xmlns:a16="http://schemas.microsoft.com/office/drawing/2014/main" id="{A6C16401-F30E-76F8-B155-771ED12B62B7}"/>
              </a:ext>
            </a:extLst>
          </p:cNvPr>
          <p:cNvSpPr>
            <a:spLocks noGrp="1"/>
          </p:cNvSpPr>
          <p:nvPr>
            <p:ph type="sldNum" sz="quarter" idx="12"/>
          </p:nvPr>
        </p:nvSpPr>
        <p:spPr/>
        <p:txBody>
          <a:bodyPr/>
          <a:lstStyle/>
          <a:p>
            <a:fld id="{1A08BD8A-7076-9E49-92A2-63A4CB20F075}" type="slidenum">
              <a:rPr lang="en-GE" smtClean="0"/>
              <a:t>‹#›</a:t>
            </a:fld>
            <a:endParaRPr lang="en-GE"/>
          </a:p>
        </p:txBody>
      </p:sp>
    </p:spTree>
    <p:extLst>
      <p:ext uri="{BB962C8B-B14F-4D97-AF65-F5344CB8AC3E}">
        <p14:creationId xmlns:p14="http://schemas.microsoft.com/office/powerpoint/2010/main" val="3852986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A1D568-A455-0AA3-0FE3-C0EB8021DE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E"/>
          </a:p>
        </p:txBody>
      </p:sp>
      <p:sp>
        <p:nvSpPr>
          <p:cNvPr id="3" name="Text Placeholder 2">
            <a:extLst>
              <a:ext uri="{FF2B5EF4-FFF2-40B4-BE49-F238E27FC236}">
                <a16:creationId xmlns:a16="http://schemas.microsoft.com/office/drawing/2014/main" id="{09007047-C8C3-4235-F998-0BEED1CCE0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E"/>
          </a:p>
        </p:txBody>
      </p:sp>
      <p:sp>
        <p:nvSpPr>
          <p:cNvPr id="4" name="Date Placeholder 3">
            <a:extLst>
              <a:ext uri="{FF2B5EF4-FFF2-40B4-BE49-F238E27FC236}">
                <a16:creationId xmlns:a16="http://schemas.microsoft.com/office/drawing/2014/main" id="{F762A82F-11C6-2611-F066-32AD60CC5D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246B7FD-7642-C144-BB6A-E119D4BDDCAF}" type="datetimeFigureOut">
              <a:rPr lang="en-GE" smtClean="0"/>
              <a:t>31.07.25</a:t>
            </a:fld>
            <a:endParaRPr lang="en-GE"/>
          </a:p>
        </p:txBody>
      </p:sp>
      <p:sp>
        <p:nvSpPr>
          <p:cNvPr id="5" name="Footer Placeholder 4">
            <a:extLst>
              <a:ext uri="{FF2B5EF4-FFF2-40B4-BE49-F238E27FC236}">
                <a16:creationId xmlns:a16="http://schemas.microsoft.com/office/drawing/2014/main" id="{BA2D4052-9CD5-8150-7BD6-66E23107C5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E"/>
          </a:p>
        </p:txBody>
      </p:sp>
      <p:sp>
        <p:nvSpPr>
          <p:cNvPr id="6" name="Slide Number Placeholder 5">
            <a:extLst>
              <a:ext uri="{FF2B5EF4-FFF2-40B4-BE49-F238E27FC236}">
                <a16:creationId xmlns:a16="http://schemas.microsoft.com/office/drawing/2014/main" id="{1414F900-66D5-F3EB-CC19-39F8B8CDF5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08BD8A-7076-9E49-92A2-63A4CB20F075}" type="slidenum">
              <a:rPr lang="en-GE" smtClean="0"/>
              <a:t>‹#›</a:t>
            </a:fld>
            <a:endParaRPr lang="en-GE"/>
          </a:p>
        </p:txBody>
      </p:sp>
    </p:spTree>
    <p:extLst>
      <p:ext uri="{BB962C8B-B14F-4D97-AF65-F5344CB8AC3E}">
        <p14:creationId xmlns:p14="http://schemas.microsoft.com/office/powerpoint/2010/main" val="6185321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0A85F8-179C-4303-2510-614716B171A1}"/>
              </a:ext>
            </a:extLst>
          </p:cNvPr>
          <p:cNvSpPr>
            <a:spLocks noGrp="1"/>
          </p:cNvSpPr>
          <p:nvPr>
            <p:ph type="ctrTitle"/>
          </p:nvPr>
        </p:nvSpPr>
        <p:spPr>
          <a:xfrm>
            <a:off x="1524000" y="1293338"/>
            <a:ext cx="9144000" cy="3274592"/>
          </a:xfrm>
        </p:spPr>
        <p:txBody>
          <a:bodyPr anchor="ctr">
            <a:normAutofit/>
          </a:bodyPr>
          <a:lstStyle/>
          <a:p>
            <a:r>
              <a:rPr lang="en-GE" sz="7200" dirty="0"/>
              <a:t>Hyper Text Markup Language</a:t>
            </a:r>
          </a:p>
        </p:txBody>
      </p:sp>
      <p:cxnSp>
        <p:nvCxnSpPr>
          <p:cNvPr id="13" name="Straight Connector 12">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3732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6EBB14-2165-15D4-DA7F-F3DFD8398D6B}"/>
              </a:ext>
            </a:extLst>
          </p:cNvPr>
          <p:cNvSpPr>
            <a:spLocks noGrp="1"/>
          </p:cNvSpPr>
          <p:nvPr>
            <p:ph type="title"/>
          </p:nvPr>
        </p:nvSpPr>
        <p:spPr>
          <a:xfrm>
            <a:off x="1043631" y="809898"/>
            <a:ext cx="10173010" cy="1554480"/>
          </a:xfrm>
        </p:spPr>
        <p:txBody>
          <a:bodyPr anchor="ctr">
            <a:normAutofit/>
          </a:bodyPr>
          <a:lstStyle/>
          <a:p>
            <a:r>
              <a:rPr lang="en-GE" sz="4800"/>
              <a:t>Part of htmls</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1C2F3579-E9D6-01B8-C48C-4D8036A01052}"/>
              </a:ext>
            </a:extLst>
          </p:cNvPr>
          <p:cNvGraphicFramePr>
            <a:graphicFrameLocks noGrp="1"/>
          </p:cNvGraphicFramePr>
          <p:nvPr>
            <p:ph idx="1"/>
            <p:extLst>
              <p:ext uri="{D42A27DB-BD31-4B8C-83A1-F6EECF244321}">
                <p14:modId xmlns:p14="http://schemas.microsoft.com/office/powerpoint/2010/main" val="3510159300"/>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44915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330C2A-BDCD-D3EA-E187-DB1CFE91F5E6}"/>
              </a:ext>
            </a:extLst>
          </p:cNvPr>
          <p:cNvSpPr>
            <a:spLocks noGrp="1"/>
          </p:cNvSpPr>
          <p:nvPr>
            <p:ph type="title"/>
          </p:nvPr>
        </p:nvSpPr>
        <p:spPr>
          <a:xfrm>
            <a:off x="1043631" y="809898"/>
            <a:ext cx="10173010" cy="1554480"/>
          </a:xfrm>
        </p:spPr>
        <p:txBody>
          <a:bodyPr anchor="ctr">
            <a:normAutofit/>
          </a:bodyPr>
          <a:lstStyle/>
          <a:p>
            <a:r>
              <a:rPr lang="en-GE" sz="4800"/>
              <a:t>Example of tags:</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85D0C212-FC45-EAE5-9E2A-4CA280D8EF2A}"/>
              </a:ext>
            </a:extLst>
          </p:cNvPr>
          <p:cNvGraphicFramePr>
            <a:graphicFrameLocks noGrp="1"/>
          </p:cNvGraphicFramePr>
          <p:nvPr>
            <p:ph idx="1"/>
            <p:extLst>
              <p:ext uri="{D42A27DB-BD31-4B8C-83A1-F6EECF244321}">
                <p14:modId xmlns:p14="http://schemas.microsoft.com/office/powerpoint/2010/main" val="305203723"/>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20829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2" name="Rectangle 2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Rectangle 2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15D0F5-6CDB-75B9-6257-A32FEE1E9857}"/>
              </a:ext>
            </a:extLst>
          </p:cNvPr>
          <p:cNvSpPr>
            <a:spLocks noGrp="1"/>
          </p:cNvSpPr>
          <p:nvPr>
            <p:ph type="title"/>
          </p:nvPr>
        </p:nvSpPr>
        <p:spPr>
          <a:xfrm>
            <a:off x="1043631" y="809898"/>
            <a:ext cx="10173010" cy="1554480"/>
          </a:xfrm>
        </p:spPr>
        <p:txBody>
          <a:bodyPr anchor="ctr">
            <a:normAutofit/>
          </a:bodyPr>
          <a:lstStyle/>
          <a:p>
            <a:r>
              <a:rPr lang="en-GE" sz="4800" dirty="0"/>
              <a:t>Examples of attributes:</a:t>
            </a:r>
          </a:p>
        </p:txBody>
      </p:sp>
      <p:cxnSp>
        <p:nvCxnSpPr>
          <p:cNvPr id="26" name="Straight Connector 25">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7E57D423-A2EF-88B9-D550-C82AD3A78C0F}"/>
              </a:ext>
            </a:extLst>
          </p:cNvPr>
          <p:cNvGraphicFramePr>
            <a:graphicFrameLocks noGrp="1"/>
          </p:cNvGraphicFramePr>
          <p:nvPr>
            <p:ph idx="1"/>
            <p:extLst>
              <p:ext uri="{D42A27DB-BD31-4B8C-83A1-F6EECF244321}">
                <p14:modId xmlns:p14="http://schemas.microsoft.com/office/powerpoint/2010/main" val="1677373381"/>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542851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8A4143-18EF-AB13-6E51-A71BA0CDB67F}"/>
              </a:ext>
            </a:extLst>
          </p:cNvPr>
          <p:cNvSpPr>
            <a:spLocks noGrp="1"/>
          </p:cNvSpPr>
          <p:nvPr>
            <p:ph type="title"/>
          </p:nvPr>
        </p:nvSpPr>
        <p:spPr>
          <a:xfrm>
            <a:off x="1043631" y="809898"/>
            <a:ext cx="10173010" cy="1554480"/>
          </a:xfrm>
        </p:spPr>
        <p:txBody>
          <a:bodyPr anchor="ctr">
            <a:normAutofit/>
          </a:bodyPr>
          <a:lstStyle/>
          <a:p>
            <a:r>
              <a:rPr lang="en-GE" sz="4800" dirty="0"/>
              <a:t>📑</a:t>
            </a:r>
            <a:r>
              <a:rPr lang="en-GE" sz="4800" b="1" dirty="0"/>
              <a:t> </a:t>
            </a:r>
            <a:r>
              <a:rPr lang="en-GB" sz="4800" b="1" dirty="0"/>
              <a:t>HTML VERSIONS</a:t>
            </a:r>
            <a:endParaRPr lang="en-GE" sz="4800" dirty="0"/>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7A9E1D68-0F5D-4C00-C823-F8A71B0C4435}"/>
              </a:ext>
            </a:extLst>
          </p:cNvPr>
          <p:cNvGraphicFramePr>
            <a:graphicFrameLocks noGrp="1"/>
          </p:cNvGraphicFramePr>
          <p:nvPr>
            <p:ph idx="1"/>
            <p:extLst>
              <p:ext uri="{D42A27DB-BD31-4B8C-83A1-F6EECF244321}">
                <p14:modId xmlns:p14="http://schemas.microsoft.com/office/powerpoint/2010/main" val="1431631180"/>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13851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B34CC2-4470-A7DD-F51E-9F58680DC075}"/>
              </a:ext>
            </a:extLst>
          </p:cNvPr>
          <p:cNvSpPr>
            <a:spLocks noGrp="1"/>
          </p:cNvSpPr>
          <p:nvPr>
            <p:ph type="title"/>
          </p:nvPr>
        </p:nvSpPr>
        <p:spPr>
          <a:xfrm>
            <a:off x="1043631" y="809898"/>
            <a:ext cx="10173010" cy="1554480"/>
          </a:xfrm>
        </p:spPr>
        <p:txBody>
          <a:bodyPr anchor="ctr">
            <a:normAutofit/>
          </a:bodyPr>
          <a:lstStyle/>
          <a:p>
            <a:r>
              <a:rPr lang="en-US" sz="4800" dirty="0"/>
              <a:t>HTML Page Structure</a:t>
            </a:r>
            <a:endParaRPr lang="en-GE" sz="4800" dirty="0"/>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22755007-10E2-A3E9-A1F0-CCEC1D251281}"/>
              </a:ext>
            </a:extLst>
          </p:cNvPr>
          <p:cNvGraphicFramePr>
            <a:graphicFrameLocks noGrp="1"/>
          </p:cNvGraphicFramePr>
          <p:nvPr>
            <p:ph idx="1"/>
            <p:extLst>
              <p:ext uri="{D42A27DB-BD31-4B8C-83A1-F6EECF244321}">
                <p14:modId xmlns:p14="http://schemas.microsoft.com/office/powerpoint/2010/main" val="3622080459"/>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09363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348F9C-1DBF-1C62-90E8-FC266CB89D4C}"/>
              </a:ext>
            </a:extLst>
          </p:cNvPr>
          <p:cNvSpPr>
            <a:spLocks noGrp="1"/>
          </p:cNvSpPr>
          <p:nvPr>
            <p:ph type="title"/>
          </p:nvPr>
        </p:nvSpPr>
        <p:spPr>
          <a:xfrm>
            <a:off x="1524000" y="1293338"/>
            <a:ext cx="9144000" cy="3274592"/>
          </a:xfrm>
        </p:spPr>
        <p:txBody>
          <a:bodyPr vert="horz" lIns="91440" tIns="45720" rIns="91440" bIns="45720" rtlCol="0" anchor="ctr">
            <a:normAutofit/>
          </a:bodyPr>
          <a:lstStyle/>
          <a:p>
            <a:pPr algn="ctr"/>
            <a:r>
              <a:rPr lang="en-US" sz="7200" kern="1200">
                <a:solidFill>
                  <a:schemeClr val="tx1"/>
                </a:solidFill>
                <a:latin typeface="+mj-lt"/>
                <a:ea typeface="+mj-ea"/>
                <a:cs typeface="+mj-cs"/>
              </a:rPr>
              <a:t>Text Elements</a:t>
            </a:r>
          </a:p>
        </p:txBody>
      </p:sp>
      <p:cxnSp>
        <p:nvCxnSpPr>
          <p:cNvPr id="13" name="Straight Connector 12">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3659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68D3EB-2C2C-A6C4-7804-45F36C482815}"/>
              </a:ext>
            </a:extLst>
          </p:cNvPr>
          <p:cNvSpPr>
            <a:spLocks noGrp="1"/>
          </p:cNvSpPr>
          <p:nvPr>
            <p:ph type="title"/>
          </p:nvPr>
        </p:nvSpPr>
        <p:spPr>
          <a:xfrm>
            <a:off x="808638" y="386930"/>
            <a:ext cx="9236700" cy="1188950"/>
          </a:xfrm>
        </p:spPr>
        <p:txBody>
          <a:bodyPr anchor="b">
            <a:normAutofit/>
          </a:bodyPr>
          <a:lstStyle/>
          <a:p>
            <a:r>
              <a:rPr lang="en-GB" sz="5400" b="1"/>
              <a:t>HEADER TAGS</a:t>
            </a:r>
            <a:endParaRPr lang="en-GE" sz="5400"/>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20" name="Rectangle 19">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Rectangle 21">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ontent Placeholder 2">
            <a:extLst>
              <a:ext uri="{FF2B5EF4-FFF2-40B4-BE49-F238E27FC236}">
                <a16:creationId xmlns:a16="http://schemas.microsoft.com/office/drawing/2014/main" id="{5668B170-8C74-0D78-5A17-A2A95C9C7790}"/>
              </a:ext>
            </a:extLst>
          </p:cNvPr>
          <p:cNvSpPr>
            <a:spLocks noGrp="1"/>
          </p:cNvSpPr>
          <p:nvPr>
            <p:ph idx="1"/>
          </p:nvPr>
        </p:nvSpPr>
        <p:spPr>
          <a:xfrm>
            <a:off x="793660" y="2599509"/>
            <a:ext cx="10143668" cy="3435531"/>
          </a:xfrm>
        </p:spPr>
        <p:txBody>
          <a:bodyPr anchor="ctr">
            <a:normAutofit/>
          </a:bodyPr>
          <a:lstStyle/>
          <a:p>
            <a:pPr marL="0" indent="0">
              <a:buNone/>
            </a:pPr>
            <a:r>
              <a:rPr lang="en-GE" sz="2400" dirty="0"/>
              <a:t>&lt;h1&gt;</a:t>
            </a:r>
          </a:p>
          <a:p>
            <a:pPr marL="0" indent="0">
              <a:buNone/>
            </a:pPr>
            <a:r>
              <a:rPr lang="en-GE" sz="2400" dirty="0"/>
              <a:t>&lt;h2&gt;</a:t>
            </a:r>
          </a:p>
          <a:p>
            <a:pPr marL="0" indent="0">
              <a:buNone/>
            </a:pPr>
            <a:r>
              <a:rPr lang="en-GE" sz="2400" dirty="0"/>
              <a:t>&lt;h3&gt;</a:t>
            </a:r>
          </a:p>
          <a:p>
            <a:pPr marL="0" indent="0">
              <a:buNone/>
            </a:pPr>
            <a:r>
              <a:rPr lang="en-GE" sz="2400" dirty="0"/>
              <a:t>&lt;h4&gt;</a:t>
            </a:r>
          </a:p>
          <a:p>
            <a:pPr marL="0" indent="0">
              <a:buNone/>
            </a:pPr>
            <a:r>
              <a:rPr lang="en-GE" sz="2400" dirty="0"/>
              <a:t>&lt;h5&gt;</a:t>
            </a:r>
          </a:p>
          <a:p>
            <a:pPr marL="0" indent="0">
              <a:buNone/>
            </a:pPr>
            <a:r>
              <a:rPr lang="en-GE" sz="2400" dirty="0"/>
              <a:t>&lt;h6&gt;</a:t>
            </a:r>
          </a:p>
        </p:txBody>
      </p:sp>
    </p:spTree>
    <p:extLst>
      <p:ext uri="{BB962C8B-B14F-4D97-AF65-F5344CB8AC3E}">
        <p14:creationId xmlns:p14="http://schemas.microsoft.com/office/powerpoint/2010/main" val="5304702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D561C1-2F67-3FF6-5D90-8ADAA311B125}"/>
              </a:ext>
            </a:extLst>
          </p:cNvPr>
          <p:cNvSpPr>
            <a:spLocks noGrp="1"/>
          </p:cNvSpPr>
          <p:nvPr>
            <p:ph type="title"/>
          </p:nvPr>
        </p:nvSpPr>
        <p:spPr>
          <a:xfrm>
            <a:off x="808638" y="386930"/>
            <a:ext cx="9236700" cy="1188950"/>
          </a:xfrm>
        </p:spPr>
        <p:txBody>
          <a:bodyPr anchor="b">
            <a:normAutofit/>
          </a:bodyPr>
          <a:lstStyle/>
          <a:p>
            <a:r>
              <a:rPr lang="en-GB" sz="5400" b="1" dirty="0"/>
              <a:t>TEXT FORMATTING TAGS</a:t>
            </a:r>
            <a:endParaRPr lang="en-GE" sz="5400" dirty="0"/>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1124450-3F36-B056-2D8A-3DD9FEF42C86}"/>
              </a:ext>
            </a:extLst>
          </p:cNvPr>
          <p:cNvSpPr>
            <a:spLocks noGrp="1"/>
          </p:cNvSpPr>
          <p:nvPr>
            <p:ph idx="1"/>
          </p:nvPr>
        </p:nvSpPr>
        <p:spPr>
          <a:xfrm>
            <a:off x="793660" y="2599509"/>
            <a:ext cx="10143668" cy="3435531"/>
          </a:xfrm>
        </p:spPr>
        <p:txBody>
          <a:bodyPr anchor="ctr">
            <a:normAutofit/>
          </a:bodyPr>
          <a:lstStyle/>
          <a:p>
            <a:r>
              <a:rPr lang="en-GB" sz="2400" dirty="0"/>
              <a:t>&lt;b&gt; - bold text</a:t>
            </a:r>
          </a:p>
          <a:p>
            <a:r>
              <a:rPr lang="en-GB" sz="2400" dirty="0"/>
              <a:t>&lt;</a:t>
            </a:r>
            <a:r>
              <a:rPr lang="en-GB" sz="2400" dirty="0" err="1"/>
              <a:t>i</a:t>
            </a:r>
            <a:r>
              <a:rPr lang="en-GB" sz="2400" dirty="0"/>
              <a:t>&gt; - in italics</a:t>
            </a:r>
          </a:p>
          <a:p>
            <a:r>
              <a:rPr lang="en-GB" sz="2400" dirty="0"/>
              <a:t>&lt;small&gt; - smaller text</a:t>
            </a:r>
          </a:p>
          <a:p>
            <a:r>
              <a:rPr lang="en-GB" sz="2400" dirty="0"/>
              <a:t>&lt;sub&gt; - subscript text</a:t>
            </a:r>
          </a:p>
          <a:p>
            <a:r>
              <a:rPr lang="en-GB" sz="2400" dirty="0"/>
              <a:t>&lt;sup&gt; - superscript text</a:t>
            </a:r>
          </a:p>
          <a:p>
            <a:endParaRPr lang="en-GE" sz="2400" dirty="0"/>
          </a:p>
        </p:txBody>
      </p:sp>
    </p:spTree>
    <p:extLst>
      <p:ext uri="{BB962C8B-B14F-4D97-AF65-F5344CB8AC3E}">
        <p14:creationId xmlns:p14="http://schemas.microsoft.com/office/powerpoint/2010/main" val="2710018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C981E5-68A9-40F8-774D-252859AE667E}"/>
              </a:ext>
            </a:extLst>
          </p:cNvPr>
          <p:cNvSpPr>
            <a:spLocks noGrp="1"/>
          </p:cNvSpPr>
          <p:nvPr>
            <p:ph type="title"/>
          </p:nvPr>
        </p:nvSpPr>
        <p:spPr>
          <a:xfrm>
            <a:off x="808638" y="386930"/>
            <a:ext cx="9236700" cy="1188950"/>
          </a:xfrm>
        </p:spPr>
        <p:txBody>
          <a:bodyPr anchor="b">
            <a:normAutofit/>
          </a:bodyPr>
          <a:lstStyle/>
          <a:p>
            <a:r>
              <a:rPr lang="en-GB" sz="5400" b="1"/>
              <a:t>QUOTE TAGS</a:t>
            </a:r>
            <a:endParaRPr lang="en-GE" sz="5400"/>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F208B15-6FDE-712D-1596-5339AC5CCE86}"/>
              </a:ext>
            </a:extLst>
          </p:cNvPr>
          <p:cNvSpPr>
            <a:spLocks noGrp="1"/>
          </p:cNvSpPr>
          <p:nvPr>
            <p:ph idx="1"/>
          </p:nvPr>
        </p:nvSpPr>
        <p:spPr>
          <a:xfrm>
            <a:off x="793660" y="2599509"/>
            <a:ext cx="10143668" cy="3435531"/>
          </a:xfrm>
        </p:spPr>
        <p:txBody>
          <a:bodyPr anchor="ctr">
            <a:normAutofit/>
          </a:bodyPr>
          <a:lstStyle/>
          <a:p>
            <a:r>
              <a:rPr lang="en-GB" sz="2400" dirty="0"/>
              <a:t>&lt;blockquote&gt; - separate section for quoting some text</a:t>
            </a:r>
          </a:p>
          <a:p>
            <a:r>
              <a:rPr lang="en-GB" sz="2400" dirty="0"/>
              <a:t>&lt;q&gt; - tag for wrapping text to quotes</a:t>
            </a:r>
          </a:p>
        </p:txBody>
      </p:sp>
    </p:spTree>
    <p:extLst>
      <p:ext uri="{BB962C8B-B14F-4D97-AF65-F5344CB8AC3E}">
        <p14:creationId xmlns:p14="http://schemas.microsoft.com/office/powerpoint/2010/main" val="2655094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FEC2D8-DAF1-AD8C-C422-84DD362E0DA7}"/>
              </a:ext>
            </a:extLst>
          </p:cNvPr>
          <p:cNvSpPr>
            <a:spLocks noGrp="1"/>
          </p:cNvSpPr>
          <p:nvPr>
            <p:ph type="title"/>
          </p:nvPr>
        </p:nvSpPr>
        <p:spPr>
          <a:xfrm>
            <a:off x="1043631" y="809898"/>
            <a:ext cx="9942716" cy="1554480"/>
          </a:xfrm>
        </p:spPr>
        <p:txBody>
          <a:bodyPr anchor="ctr">
            <a:normAutofit/>
          </a:bodyPr>
          <a:lstStyle/>
          <a:p>
            <a:r>
              <a:rPr lang="en-GB" sz="4800" b="1" dirty="0"/>
              <a:t>TEXT WRAP TAGS</a:t>
            </a:r>
            <a:endParaRPr lang="en-GE" sz="4800" dirty="0"/>
          </a:p>
        </p:txBody>
      </p:sp>
      <p:sp>
        <p:nvSpPr>
          <p:cNvPr id="3" name="Content Placeholder 2">
            <a:extLst>
              <a:ext uri="{FF2B5EF4-FFF2-40B4-BE49-F238E27FC236}">
                <a16:creationId xmlns:a16="http://schemas.microsoft.com/office/drawing/2014/main" id="{0385BC71-EAF8-312F-6C9A-1AB6AD723A77}"/>
              </a:ext>
            </a:extLst>
          </p:cNvPr>
          <p:cNvSpPr>
            <a:spLocks noGrp="1"/>
          </p:cNvSpPr>
          <p:nvPr>
            <p:ph idx="1"/>
          </p:nvPr>
        </p:nvSpPr>
        <p:spPr>
          <a:xfrm>
            <a:off x="1045028" y="3017522"/>
            <a:ext cx="9941319" cy="3124658"/>
          </a:xfrm>
        </p:spPr>
        <p:txBody>
          <a:bodyPr anchor="ctr">
            <a:normAutofit/>
          </a:bodyPr>
          <a:lstStyle/>
          <a:p>
            <a:r>
              <a:rPr lang="en-GB" sz="2400" dirty="0"/>
              <a:t>&lt;p align=“left”&gt; - paragraph</a:t>
            </a:r>
          </a:p>
          <a:p>
            <a:r>
              <a:rPr lang="en-GB" sz="2400" dirty="0"/>
              <a:t>&lt;span&gt; - tag for wrapping text to separate tag for controlling</a:t>
            </a:r>
          </a:p>
          <a:p>
            <a:endParaRPr lang="en-GE" sz="24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6047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9DD67A-6968-9572-684E-B04D5ADB6442}"/>
              </a:ext>
            </a:extLst>
          </p:cNvPr>
          <p:cNvSpPr>
            <a:spLocks noGrp="1"/>
          </p:cNvSpPr>
          <p:nvPr>
            <p:ph type="title"/>
          </p:nvPr>
        </p:nvSpPr>
        <p:spPr>
          <a:xfrm>
            <a:off x="1043631" y="809898"/>
            <a:ext cx="9942716" cy="1554480"/>
          </a:xfrm>
        </p:spPr>
        <p:txBody>
          <a:bodyPr anchor="ctr">
            <a:normAutofit/>
          </a:bodyPr>
          <a:lstStyle/>
          <a:p>
            <a:r>
              <a:rPr lang="en-GB" sz="4800" b="1" dirty="0"/>
              <a:t>FORMATTING TAGS</a:t>
            </a:r>
            <a:endParaRPr lang="en-GE" sz="4800" dirty="0"/>
          </a:p>
        </p:txBody>
      </p:sp>
      <p:sp>
        <p:nvSpPr>
          <p:cNvPr id="3" name="Content Placeholder 2">
            <a:extLst>
              <a:ext uri="{FF2B5EF4-FFF2-40B4-BE49-F238E27FC236}">
                <a16:creationId xmlns:a16="http://schemas.microsoft.com/office/drawing/2014/main" id="{5DE05891-8F16-6968-DA58-DA03BF37D986}"/>
              </a:ext>
            </a:extLst>
          </p:cNvPr>
          <p:cNvSpPr>
            <a:spLocks noGrp="1"/>
          </p:cNvSpPr>
          <p:nvPr>
            <p:ph idx="1"/>
          </p:nvPr>
        </p:nvSpPr>
        <p:spPr>
          <a:xfrm>
            <a:off x="1045028" y="3017522"/>
            <a:ext cx="9941319" cy="3124658"/>
          </a:xfrm>
        </p:spPr>
        <p:txBody>
          <a:bodyPr anchor="ctr">
            <a:normAutofit/>
          </a:bodyPr>
          <a:lstStyle/>
          <a:p>
            <a:r>
              <a:rPr lang="en-GB" sz="2400" dirty="0"/>
              <a:t>&lt;</a:t>
            </a:r>
            <a:r>
              <a:rPr lang="en-GB" sz="2400" dirty="0" err="1"/>
              <a:t>br</a:t>
            </a:r>
            <a:r>
              <a:rPr lang="en-GB" sz="2400" dirty="0"/>
              <a:t>&gt; - break line</a:t>
            </a:r>
          </a:p>
          <a:p>
            <a:r>
              <a:rPr lang="en-GB" sz="2400" dirty="0"/>
              <a:t>&lt;hr&gt; - thematic break</a:t>
            </a:r>
          </a:p>
          <a:p>
            <a:endParaRPr lang="en-GE" sz="24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49764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5" name="Rectangle 24">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Rectangle 28">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44DFDA-C5D0-9279-9AFD-11C6D25CE30D}"/>
              </a:ext>
            </a:extLst>
          </p:cNvPr>
          <p:cNvSpPr>
            <a:spLocks noGrp="1"/>
          </p:cNvSpPr>
          <p:nvPr>
            <p:ph type="title"/>
          </p:nvPr>
        </p:nvSpPr>
        <p:spPr>
          <a:xfrm>
            <a:off x="1043631" y="809898"/>
            <a:ext cx="9942716" cy="1554480"/>
          </a:xfrm>
        </p:spPr>
        <p:txBody>
          <a:bodyPr anchor="ctr">
            <a:normAutofit/>
          </a:bodyPr>
          <a:lstStyle/>
          <a:p>
            <a:r>
              <a:rPr lang="en-GB" sz="4800" b="1"/>
              <a:t>LINK STRUCTURE</a:t>
            </a:r>
            <a:endParaRPr lang="en-GE" sz="4800"/>
          </a:p>
        </p:txBody>
      </p:sp>
      <p:sp>
        <p:nvSpPr>
          <p:cNvPr id="3" name="Content Placeholder 2">
            <a:extLst>
              <a:ext uri="{FF2B5EF4-FFF2-40B4-BE49-F238E27FC236}">
                <a16:creationId xmlns:a16="http://schemas.microsoft.com/office/drawing/2014/main" id="{21333F2A-C96C-87E8-103A-BF757B11F980}"/>
              </a:ext>
            </a:extLst>
          </p:cNvPr>
          <p:cNvSpPr>
            <a:spLocks noGrp="1"/>
          </p:cNvSpPr>
          <p:nvPr>
            <p:ph idx="1"/>
          </p:nvPr>
        </p:nvSpPr>
        <p:spPr>
          <a:xfrm>
            <a:off x="1045028" y="3017522"/>
            <a:ext cx="9941319" cy="3124658"/>
          </a:xfrm>
        </p:spPr>
        <p:txBody>
          <a:bodyPr anchor="ctr">
            <a:normAutofit/>
          </a:bodyPr>
          <a:lstStyle/>
          <a:p>
            <a:r>
              <a:rPr lang="en-GB" sz="1300" dirty="0"/>
              <a:t>&lt;a </a:t>
            </a:r>
            <a:r>
              <a:rPr lang="en-GB" sz="1300" dirty="0" err="1"/>
              <a:t>href</a:t>
            </a:r>
            <a:r>
              <a:rPr lang="en-GB" sz="1300" dirty="0"/>
              <a:t>=“URL” –target=“_blank”&gt;TEXT LINK&lt;/a&gt;</a:t>
            </a:r>
          </a:p>
          <a:p>
            <a:pPr marL="0" indent="0">
              <a:buNone/>
            </a:pPr>
            <a:r>
              <a:rPr lang="en-GB" sz="1300" dirty="0"/>
              <a:t>H</a:t>
            </a:r>
            <a:r>
              <a:rPr lang="en-GE" sz="1300" dirty="0"/>
              <a:t>ref – target-url</a:t>
            </a:r>
          </a:p>
          <a:p>
            <a:pPr marL="0" indent="0">
              <a:buNone/>
            </a:pPr>
            <a:r>
              <a:rPr lang="en-GE" sz="1300" dirty="0"/>
              <a:t>_target – blank opens new tab, selft opens same page</a:t>
            </a:r>
          </a:p>
          <a:p>
            <a:pPr marL="0" indent="0">
              <a:buNone/>
            </a:pPr>
            <a:r>
              <a:rPr lang="en-GB" sz="1300" dirty="0"/>
              <a:t>C</a:t>
            </a:r>
            <a:r>
              <a:rPr lang="en-GE" sz="1300" dirty="0"/>
              <a:t>ontent inside a tag is for UI</a:t>
            </a:r>
          </a:p>
          <a:p>
            <a:pPr marL="0" indent="0">
              <a:buNone/>
            </a:pPr>
            <a:endParaRPr lang="en-GE" sz="1300" dirty="0"/>
          </a:p>
          <a:p>
            <a:pPr marL="0" indent="0">
              <a:buNone/>
            </a:pPr>
            <a:r>
              <a:rPr lang="en-GE" sz="1300" dirty="0"/>
              <a:t>Href params:</a:t>
            </a:r>
          </a:p>
          <a:p>
            <a:r>
              <a:rPr lang="en-GB" sz="1300" dirty="0"/>
              <a:t>File - file:/</a:t>
            </a:r>
            <a:r>
              <a:rPr lang="en-GB" sz="1300" dirty="0" err="1"/>
              <a:t>img</a:t>
            </a:r>
            <a:r>
              <a:rPr lang="en-GB" sz="1300" dirty="0"/>
              <a:t>/</a:t>
            </a:r>
            <a:r>
              <a:rPr lang="en-GB" sz="1300" dirty="0" err="1"/>
              <a:t>logo.png</a:t>
            </a:r>
            <a:endParaRPr lang="en-GB" sz="1300" dirty="0"/>
          </a:p>
          <a:p>
            <a:r>
              <a:rPr lang="en-GB" sz="1300" dirty="0"/>
              <a:t>Address - https://</a:t>
            </a:r>
            <a:r>
              <a:rPr lang="en-GB" sz="1300" dirty="0" err="1"/>
              <a:t>github.com</a:t>
            </a:r>
            <a:endParaRPr lang="en-GB" sz="1300" dirty="0"/>
          </a:p>
          <a:p>
            <a:r>
              <a:rPr lang="en-GB" sz="1300" dirty="0"/>
              <a:t>Email - </a:t>
            </a:r>
            <a:r>
              <a:rPr lang="en-GB" sz="1300" dirty="0" err="1"/>
              <a:t>mailto</a:t>
            </a:r>
            <a:r>
              <a:rPr lang="en-GB" sz="1300" dirty="0"/>
              <a:t>: </a:t>
            </a:r>
            <a:r>
              <a:rPr lang="en-GB" sz="1300" dirty="0" err="1"/>
              <a:t>rmnbnd@gmail.com</a:t>
            </a:r>
            <a:endParaRPr lang="en-GB" sz="1300" dirty="0"/>
          </a:p>
          <a:p>
            <a:r>
              <a:rPr lang="en-GB" sz="1300" dirty="0"/>
              <a:t>Anchor - #p5</a:t>
            </a:r>
          </a:p>
          <a:p>
            <a:pPr marL="0" indent="0">
              <a:buNone/>
            </a:pPr>
            <a:endParaRPr lang="en-GE" sz="1300" dirty="0"/>
          </a:p>
        </p:txBody>
      </p:sp>
      <p:cxnSp>
        <p:nvCxnSpPr>
          <p:cNvPr id="31" name="Straight Connector 30">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28851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1" name="Rectangle 2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Rectangle 22">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328A52-7B1C-AB3D-84A8-EF820BE78DF4}"/>
              </a:ext>
            </a:extLst>
          </p:cNvPr>
          <p:cNvSpPr>
            <a:spLocks noGrp="1"/>
          </p:cNvSpPr>
          <p:nvPr>
            <p:ph type="title"/>
          </p:nvPr>
        </p:nvSpPr>
        <p:spPr>
          <a:xfrm>
            <a:off x="1043631" y="809898"/>
            <a:ext cx="9942716" cy="1554480"/>
          </a:xfrm>
        </p:spPr>
        <p:txBody>
          <a:bodyPr anchor="ctr">
            <a:normAutofit/>
          </a:bodyPr>
          <a:lstStyle/>
          <a:p>
            <a:r>
              <a:rPr lang="en-GE" sz="4800"/>
              <a:t>Path Types </a:t>
            </a:r>
          </a:p>
        </p:txBody>
      </p:sp>
      <p:sp>
        <p:nvSpPr>
          <p:cNvPr id="24" name="Content Placeholder 2">
            <a:extLst>
              <a:ext uri="{FF2B5EF4-FFF2-40B4-BE49-F238E27FC236}">
                <a16:creationId xmlns:a16="http://schemas.microsoft.com/office/drawing/2014/main" id="{D8CD0C69-8193-5BB6-CDD4-DD6E4A3B2E86}"/>
              </a:ext>
            </a:extLst>
          </p:cNvPr>
          <p:cNvSpPr>
            <a:spLocks noGrp="1"/>
          </p:cNvSpPr>
          <p:nvPr>
            <p:ph idx="1"/>
          </p:nvPr>
        </p:nvSpPr>
        <p:spPr>
          <a:xfrm>
            <a:off x="1045028" y="3017522"/>
            <a:ext cx="9941319" cy="3124658"/>
          </a:xfrm>
        </p:spPr>
        <p:txBody>
          <a:bodyPr anchor="ctr">
            <a:normAutofit/>
          </a:bodyPr>
          <a:lstStyle/>
          <a:p>
            <a:pPr marL="0" indent="0">
              <a:buNone/>
            </a:pPr>
            <a:r>
              <a:rPr lang="en-GB" sz="2400" dirty="0"/>
              <a:t>R</a:t>
            </a:r>
            <a:r>
              <a:rPr lang="en-GE" sz="2400" dirty="0"/>
              <a:t>elative</a:t>
            </a:r>
          </a:p>
          <a:p>
            <a:pPr marL="0" indent="0">
              <a:buNone/>
            </a:pPr>
            <a:r>
              <a:rPr lang="en-GE" sz="2400" dirty="0"/>
              <a:t>Absolute</a:t>
            </a:r>
          </a:p>
        </p:txBody>
      </p:sp>
      <p:cxnSp>
        <p:nvCxnSpPr>
          <p:cNvPr id="25" name="Straight Connector 24">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59437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CE1C45-D4B6-A26E-659A-55265EB557F8}"/>
              </a:ext>
            </a:extLst>
          </p:cNvPr>
          <p:cNvSpPr>
            <a:spLocks noGrp="1"/>
          </p:cNvSpPr>
          <p:nvPr>
            <p:ph type="title"/>
          </p:nvPr>
        </p:nvSpPr>
        <p:spPr>
          <a:xfrm>
            <a:off x="1043631" y="809898"/>
            <a:ext cx="9942716" cy="1554480"/>
          </a:xfrm>
        </p:spPr>
        <p:txBody>
          <a:bodyPr anchor="ctr">
            <a:normAutofit/>
          </a:bodyPr>
          <a:lstStyle/>
          <a:p>
            <a:r>
              <a:rPr lang="en-GE" sz="4800" dirty="0"/>
              <a:t>List Types</a:t>
            </a:r>
          </a:p>
        </p:txBody>
      </p:sp>
      <p:sp>
        <p:nvSpPr>
          <p:cNvPr id="3" name="Content Placeholder 2">
            <a:extLst>
              <a:ext uri="{FF2B5EF4-FFF2-40B4-BE49-F238E27FC236}">
                <a16:creationId xmlns:a16="http://schemas.microsoft.com/office/drawing/2014/main" id="{6D82036E-6D8B-F591-7E36-D564E96811EA}"/>
              </a:ext>
            </a:extLst>
          </p:cNvPr>
          <p:cNvSpPr>
            <a:spLocks noGrp="1"/>
          </p:cNvSpPr>
          <p:nvPr>
            <p:ph idx="1"/>
          </p:nvPr>
        </p:nvSpPr>
        <p:spPr>
          <a:xfrm>
            <a:off x="1045028" y="3017522"/>
            <a:ext cx="9941319" cy="3124658"/>
          </a:xfrm>
        </p:spPr>
        <p:txBody>
          <a:bodyPr anchor="ctr">
            <a:normAutofit/>
          </a:bodyPr>
          <a:lstStyle/>
          <a:p>
            <a:r>
              <a:rPr lang="en-GB" sz="2400" dirty="0"/>
              <a:t>&lt;ul&gt; - unordered list</a:t>
            </a:r>
          </a:p>
          <a:p>
            <a:r>
              <a:rPr lang="en-GB" sz="2400" dirty="0"/>
              <a:t>&lt;</a:t>
            </a:r>
            <a:r>
              <a:rPr lang="en-GB" sz="2400" dirty="0" err="1"/>
              <a:t>ol</a:t>
            </a:r>
            <a:r>
              <a:rPr lang="en-GB" sz="2400" dirty="0"/>
              <a:t>&gt; - ordered list</a:t>
            </a:r>
          </a:p>
          <a:p>
            <a:r>
              <a:rPr lang="en-GB" sz="2400" dirty="0"/>
              <a:t>&lt;dl&gt; - description list</a:t>
            </a:r>
          </a:p>
          <a:p>
            <a:pPr marL="0" indent="0">
              <a:buNone/>
            </a:pPr>
            <a:endParaRPr lang="en-GE" sz="24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00858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C33B6A-879C-33C3-D946-E76AA664127E}"/>
              </a:ext>
            </a:extLst>
          </p:cNvPr>
          <p:cNvSpPr>
            <a:spLocks noGrp="1"/>
          </p:cNvSpPr>
          <p:nvPr>
            <p:ph type="title"/>
          </p:nvPr>
        </p:nvSpPr>
        <p:spPr>
          <a:xfrm>
            <a:off x="1043631" y="809898"/>
            <a:ext cx="9942716" cy="1554480"/>
          </a:xfrm>
        </p:spPr>
        <p:txBody>
          <a:bodyPr anchor="ctr">
            <a:normAutofit/>
          </a:bodyPr>
          <a:lstStyle/>
          <a:p>
            <a:r>
              <a:rPr lang="en-GB" sz="4800" b="1" dirty="0"/>
              <a:t>UNORDERED LIST</a:t>
            </a:r>
            <a:endParaRPr lang="en-GE" sz="4800" dirty="0"/>
          </a:p>
        </p:txBody>
      </p:sp>
      <p:sp>
        <p:nvSpPr>
          <p:cNvPr id="3" name="Content Placeholder 2">
            <a:extLst>
              <a:ext uri="{FF2B5EF4-FFF2-40B4-BE49-F238E27FC236}">
                <a16:creationId xmlns:a16="http://schemas.microsoft.com/office/drawing/2014/main" id="{24916336-9B7B-096F-33BB-7DE3A67FB815}"/>
              </a:ext>
            </a:extLst>
          </p:cNvPr>
          <p:cNvSpPr>
            <a:spLocks noGrp="1"/>
          </p:cNvSpPr>
          <p:nvPr>
            <p:ph idx="1"/>
          </p:nvPr>
        </p:nvSpPr>
        <p:spPr>
          <a:xfrm>
            <a:off x="1045028" y="3017522"/>
            <a:ext cx="9941319" cy="3124658"/>
          </a:xfrm>
        </p:spPr>
        <p:txBody>
          <a:bodyPr anchor="ctr">
            <a:normAutofit/>
          </a:bodyPr>
          <a:lstStyle/>
          <a:p>
            <a:r>
              <a:rPr lang="en-GB" sz="2400" dirty="0"/>
              <a:t>&lt;ul&gt;</a:t>
            </a:r>
          </a:p>
          <a:p>
            <a:pPr lvl="1"/>
            <a:r>
              <a:rPr lang="en-GB" sz="2000" dirty="0"/>
              <a:t>&lt;li&gt;Item 1&lt;/li&gt;</a:t>
            </a:r>
          </a:p>
          <a:p>
            <a:pPr lvl="1"/>
            <a:r>
              <a:rPr lang="en-GB" sz="2000" dirty="0"/>
              <a:t>&lt;li&gt;Item 2&lt;/li&gt;</a:t>
            </a:r>
          </a:p>
          <a:p>
            <a:pPr lvl="1"/>
            <a:r>
              <a:rPr lang="en-GB" sz="2000" dirty="0"/>
              <a:t>&lt;li&gt;Item 3&lt;/li&gt;</a:t>
            </a:r>
          </a:p>
          <a:p>
            <a:r>
              <a:rPr lang="en-GB" sz="2400" dirty="0"/>
              <a:t>&lt;/ul&gt;</a:t>
            </a:r>
          </a:p>
          <a:p>
            <a:endParaRPr lang="en-GE" sz="24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228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F24196-C488-30D5-9E70-EED5E3069980}"/>
              </a:ext>
            </a:extLst>
          </p:cNvPr>
          <p:cNvSpPr>
            <a:spLocks noGrp="1"/>
          </p:cNvSpPr>
          <p:nvPr>
            <p:ph type="title"/>
          </p:nvPr>
        </p:nvSpPr>
        <p:spPr>
          <a:xfrm>
            <a:off x="1043631" y="809898"/>
            <a:ext cx="9942716" cy="1554480"/>
          </a:xfrm>
        </p:spPr>
        <p:txBody>
          <a:bodyPr anchor="ctr">
            <a:normAutofit/>
          </a:bodyPr>
          <a:lstStyle/>
          <a:p>
            <a:r>
              <a:rPr lang="en-GB" sz="4800" b="1"/>
              <a:t>ORDERED LIST</a:t>
            </a:r>
            <a:endParaRPr lang="en-GE" sz="4800"/>
          </a:p>
        </p:txBody>
      </p:sp>
      <p:sp>
        <p:nvSpPr>
          <p:cNvPr id="3" name="Content Placeholder 2">
            <a:extLst>
              <a:ext uri="{FF2B5EF4-FFF2-40B4-BE49-F238E27FC236}">
                <a16:creationId xmlns:a16="http://schemas.microsoft.com/office/drawing/2014/main" id="{C5FD8AEC-7E32-3E19-C965-7BBA9F191CF2}"/>
              </a:ext>
            </a:extLst>
          </p:cNvPr>
          <p:cNvSpPr>
            <a:spLocks noGrp="1"/>
          </p:cNvSpPr>
          <p:nvPr>
            <p:ph idx="1"/>
          </p:nvPr>
        </p:nvSpPr>
        <p:spPr>
          <a:xfrm>
            <a:off x="1045028" y="3017522"/>
            <a:ext cx="9941319" cy="3124658"/>
          </a:xfrm>
        </p:spPr>
        <p:txBody>
          <a:bodyPr anchor="ctr">
            <a:normAutofit/>
          </a:bodyPr>
          <a:lstStyle/>
          <a:p>
            <a:r>
              <a:rPr lang="en-GB" sz="1300" dirty="0"/>
              <a:t>&lt;</a:t>
            </a:r>
            <a:r>
              <a:rPr lang="en-GB" sz="1300" dirty="0" err="1"/>
              <a:t>ol</a:t>
            </a:r>
            <a:r>
              <a:rPr lang="en-GB" sz="1300" dirty="0"/>
              <a:t> type=“A”&gt;</a:t>
            </a:r>
          </a:p>
          <a:p>
            <a:r>
              <a:rPr lang="en-GB" sz="1300" dirty="0"/>
              <a:t>&lt;li value=“10”&gt;Item 1&lt;/li&gt;</a:t>
            </a:r>
          </a:p>
          <a:p>
            <a:r>
              <a:rPr lang="en-GB" sz="1300" dirty="0"/>
              <a:t>&lt;li&gt;Item 2&lt;/li&gt;</a:t>
            </a:r>
          </a:p>
          <a:p>
            <a:r>
              <a:rPr lang="en-GB" sz="1300" dirty="0"/>
              <a:t>&lt;li&gt;Item 3&lt;/li&gt;</a:t>
            </a:r>
          </a:p>
          <a:p>
            <a:r>
              <a:rPr lang="en-GB" sz="1300" dirty="0"/>
              <a:t>&lt;/</a:t>
            </a:r>
            <a:r>
              <a:rPr lang="en-GB" sz="1300" dirty="0" err="1"/>
              <a:t>ol</a:t>
            </a:r>
            <a:r>
              <a:rPr lang="en-GB" sz="1300" dirty="0"/>
              <a:t>&gt;</a:t>
            </a:r>
          </a:p>
          <a:p>
            <a:endParaRPr lang="en-GE" sz="1300" dirty="0"/>
          </a:p>
          <a:p>
            <a:pPr marL="0" indent="0">
              <a:buNone/>
            </a:pPr>
            <a:r>
              <a:rPr lang="en-GB" sz="1300" dirty="0"/>
              <a:t>P</a:t>
            </a:r>
            <a:r>
              <a:rPr lang="en-GE" sz="1300" dirty="0"/>
              <a:t>ossible types:</a:t>
            </a:r>
          </a:p>
          <a:p>
            <a:r>
              <a:rPr lang="en-GB" sz="1300" dirty="0"/>
              <a:t>1 - numbers (by default)</a:t>
            </a:r>
          </a:p>
          <a:p>
            <a:r>
              <a:rPr lang="en-GB" sz="1300" dirty="0"/>
              <a:t>A - alphabetical list numbering</a:t>
            </a:r>
          </a:p>
          <a:p>
            <a:r>
              <a:rPr lang="en-GB" sz="1300" dirty="0"/>
              <a:t>a - alphabetical list numbering</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4940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400</TotalTime>
  <Words>537</Words>
  <Application>Microsoft Macintosh PowerPoint</Application>
  <PresentationFormat>Widescreen</PresentationFormat>
  <Paragraphs>98</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Aptos Display</vt:lpstr>
      <vt:lpstr>Arial</vt:lpstr>
      <vt:lpstr>Office Theme</vt:lpstr>
      <vt:lpstr>Hyper Text Markup Language</vt:lpstr>
      <vt:lpstr>Part of htmls</vt:lpstr>
      <vt:lpstr>Example of tags:</vt:lpstr>
      <vt:lpstr>Examples of attributes:</vt:lpstr>
      <vt:lpstr>📑 HTML VERSIONS</vt:lpstr>
      <vt:lpstr>HTML Page Structure</vt:lpstr>
      <vt:lpstr>Text Elements</vt:lpstr>
      <vt:lpstr>HEADER TAGS</vt:lpstr>
      <vt:lpstr>TEXT FORMATTING TAGS</vt:lpstr>
      <vt:lpstr>QUOTE TAGS</vt:lpstr>
      <vt:lpstr>TEXT WRAP TAGS</vt:lpstr>
      <vt:lpstr>FORMATTING TAGS</vt:lpstr>
      <vt:lpstr>LINK STRUCTURE</vt:lpstr>
      <vt:lpstr>Path Types </vt:lpstr>
      <vt:lpstr>List Types</vt:lpstr>
      <vt:lpstr>UNORDERED LIST</vt:lpstr>
      <vt:lpstr>ORDERED 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Giorgi Bibiluri</dc:creator>
  <cp:lastModifiedBy>Giorgi Bibiluri</cp:lastModifiedBy>
  <cp:revision>2</cp:revision>
  <dcterms:created xsi:type="dcterms:W3CDTF">2025-07-31T10:59:25Z</dcterms:created>
  <dcterms:modified xsi:type="dcterms:W3CDTF">2025-07-31T21:09:50Z</dcterms:modified>
</cp:coreProperties>
</file>