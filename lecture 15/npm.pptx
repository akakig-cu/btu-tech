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6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6061-D37D-F3D2-BFE4-3FEA06C7B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AAF85-3F91-50E4-F0A4-994AD7BBA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5A50A-CB0F-4F28-FCEB-01ED27B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8F89-838F-FD2F-F84C-AB45920A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F262-77AC-8AE3-3E17-F3BB3D5E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3804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6F01-317B-09F4-5CC1-0C6AE8D6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5607-CDF4-7FBD-0B20-55E3600D3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7823-631A-9977-3B65-3AEC07AB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A25E-A0B7-AB95-7705-CB7A71E7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AA6D4-7775-F60A-D517-FBABB855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31151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0350-826F-7787-1CE5-0A3260CC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0918C-DA50-0971-CCD3-D5368119A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72F3-81F7-9618-6F1F-E57425A1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3F55-61B4-40ED-1DC1-495D814F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854CA-E372-BA14-A312-E893FB7D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31730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BC35-C504-72D6-BC26-D2921A40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F8266-FE4C-60B0-95B9-D03F19C76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363E7-E07D-FD33-E923-FA3B29FDF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C4034-C287-0198-FFFB-F41259E6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C95B9-E586-983F-D68D-3396C881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38FC-920D-7005-F63A-CEC77176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8149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8D73-BDC3-AF4E-1A1B-753C453C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39B81-135B-E379-3209-86692AA3F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4D72C-9368-A366-8E7A-D617BB491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0AA22-5B0B-B1CA-D3A9-6BB32BE09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70E1D-5D95-D12D-5353-0E6547945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26B10-05C3-AB0E-9889-7D737995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E10CA-57BF-DD4C-F1AB-3A2D4936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C39A3-76E4-6B94-0FEA-C399A825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8635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3E8A-12C5-A586-08DE-06BDD082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01DED-7158-3A97-5AC3-FEA04EB1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31ABA-F213-FA83-536C-EA5A3E18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8EC78-1AA4-3857-2F14-BDA2A0E6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149713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90265-9234-34DA-055D-D3A92962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32C8B-776C-0239-6778-4328E4EA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49BFF-7F0F-173D-F0EE-B54C518E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21375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31E5-059D-5A4D-883E-F9D658C2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ADCB-7D2C-7037-6BCB-4E762D270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10F2F-4AEC-9F74-C908-4D95D045A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383A-60E0-9ECF-F561-D452126E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99582-D255-D9C1-071B-2484E171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F53CE-A2B7-C8F7-D7C1-C1C08921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42160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4795-9119-B122-12A2-47BC9485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0431B-D299-2F3F-1340-1AA132132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141AB-4B0E-2BA2-922C-4D93550D8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B92F8-7155-AC06-E832-96CB5B97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028A6-DD5D-9760-13E1-51C0AC24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2CFEC-1423-B997-49E5-5125DE9F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97459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85E3-520C-3016-32F9-C0B78DC9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9414A-075B-4856-F84F-5D7CD6A99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B5CD-804B-C41D-844A-1BB17AC2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54DA-01DC-4C62-4D24-5123718B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A69C-FC39-B00D-C7E5-0E86A3F7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3244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BDC07-B750-A066-F963-C57A36FB8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8C2B9-FA70-D65A-13EE-23508E027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0F9B-8A1A-8162-A7A2-4F512142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A0E04-7F12-C531-1DBC-40CEBBED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257C-8822-40F5-E43F-2B5DD817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32067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2D854-E5CE-A4B1-2845-E9842E2C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43D8B-5AD4-E42B-0BF6-0B6B34924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21C3F-E9EF-CE4C-121F-E2C79452B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2019A-F8FB-164C-B648-74B94A438F19}" type="datetimeFigureOut">
              <a:rPr lang="en-GE" smtClean="0"/>
              <a:t>05.09.25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FF7C-45F2-BCD9-06F9-A186C0856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F98B-E87B-7D8D-EED6-59CF455AF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C2DC2-6871-B546-B98E-8E4696301FD6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22562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449DB-D330-2D6F-47BC-0D17747D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NPM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3DAC-FE50-506C-D6EB-0C017AF38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NPM (Node Package Manager) is the default package manager for Node.js that helps developers install, manage, and share JavaScript libraries and tools.</a:t>
            </a: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3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F7736-412D-BB35-9512-A517E89D8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How NPM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D25F-50A7-EF43-E8E4-D65089B7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Client (npm CLI).</a:t>
            </a:r>
          </a:p>
          <a:p>
            <a:pPr marL="0" indent="0">
              <a:buNone/>
            </a:pPr>
            <a:r>
              <a:rPr lang="en-GB" sz="2000"/>
              <a:t>Registry (central package repository).</a:t>
            </a:r>
          </a:p>
          <a:p>
            <a:pPr marL="0" indent="0">
              <a:buNone/>
            </a:pPr>
            <a:r>
              <a:rPr lang="en-GB" sz="2000"/>
              <a:t>Local vs global installs.</a:t>
            </a:r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21380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754D0-13CB-C519-0AEE-A268F25C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Node modules in your code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y should you not commit the node modules to Github ? node module is a  collection of dependencies. It contain all the code that we fetched from  NPM Even though we have">
            <a:extLst>
              <a:ext uri="{FF2B5EF4-FFF2-40B4-BE49-F238E27FC236}">
                <a16:creationId xmlns:a16="http://schemas.microsoft.com/office/drawing/2014/main" id="{7FE065D0-3FAC-62F9-81BE-E4D9CA2B88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2" y="1406663"/>
            <a:ext cx="5536001" cy="398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72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68635-1894-78AB-2DAE-0811D9FB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Basic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F6209-ED3A-1CD8-03A5-BA4496141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npm init – create package.json</a:t>
            </a:r>
          </a:p>
          <a:p>
            <a:pPr marL="0" indent="0">
              <a:buNone/>
            </a:pPr>
            <a:r>
              <a:rPr lang="en-GB" sz="2000"/>
              <a:t>npm install &lt;package&gt; – install dependencies</a:t>
            </a:r>
          </a:p>
          <a:p>
            <a:pPr marL="0" indent="0">
              <a:buNone/>
            </a:pPr>
            <a:r>
              <a:rPr lang="en-GB" sz="2000"/>
              <a:t>npm uninstall &lt;package&gt;</a:t>
            </a:r>
          </a:p>
          <a:p>
            <a:pPr marL="0" indent="0">
              <a:buNone/>
            </a:pPr>
            <a:r>
              <a:rPr lang="en-GB" sz="2000"/>
              <a:t>npm update</a:t>
            </a:r>
          </a:p>
          <a:p>
            <a:pPr marL="0" indent="0">
              <a:buNone/>
            </a:pPr>
            <a:r>
              <a:rPr lang="en-GB" sz="2000"/>
              <a:t>npm run &lt;script&gt;</a:t>
            </a:r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93309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A1EE0-AD83-18F9-9170-3F89E7D6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P</a:t>
            </a:r>
            <a:r>
              <a:rPr lang="en-GE" sz="5200"/>
              <a:t>ackage.json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C232-3954-E958-F49A-EC030E67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S</a:t>
            </a:r>
            <a:r>
              <a:rPr lang="en-GE" sz="2000"/>
              <a:t>cript – </a:t>
            </a:r>
            <a:r>
              <a:rPr lang="en-GB" sz="2000"/>
              <a:t>Custom commands defined in package.json that can be run using npm run &lt;script-name&gt;.</a:t>
            </a:r>
            <a:endParaRPr lang="en-GE" sz="2000"/>
          </a:p>
          <a:p>
            <a:pPr marL="0" indent="0">
              <a:buNone/>
            </a:pPr>
            <a:r>
              <a:rPr lang="en-GE" sz="2000"/>
              <a:t>Dependencies - </a:t>
            </a:r>
            <a:r>
              <a:rPr lang="en-GB" sz="2000"/>
              <a:t>Packages required for the application to run in production</a:t>
            </a:r>
          </a:p>
          <a:p>
            <a:pPr marL="0" indent="0">
              <a:buNone/>
            </a:pPr>
            <a:r>
              <a:rPr lang="en-GB" sz="2000"/>
              <a:t>DevDependencies - Packages needed only during development and testing, not in production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16582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6A62C-7340-E48A-5CBB-B0F42719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P</a:t>
            </a:r>
            <a:r>
              <a:rPr lang="en-GE" sz="5200"/>
              <a:t>ackage-lock.json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CFFC-DEF0-EF48-71F5-1F461154E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package-lock.json records the exact versions of all installed dependencies to ensure consistent and reproducible installs across different environments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105107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FAE4E-D254-58D6-3927-63E0F740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Local vs Global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A6728-EFE6-1D83-5FCF-1488A3445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1900" b="1" dirty="0"/>
              <a:t>📦 </a:t>
            </a:r>
            <a:r>
              <a:rPr lang="en-GB" sz="1900" b="1" dirty="0"/>
              <a:t>Local Packages</a:t>
            </a:r>
          </a:p>
          <a:p>
            <a:pPr lvl="1"/>
            <a:r>
              <a:rPr lang="en-GB" sz="1900" dirty="0"/>
              <a:t>Installed </a:t>
            </a:r>
            <a:r>
              <a:rPr lang="en-GB" sz="1900" b="1" dirty="0"/>
              <a:t>inside a specific project folder</a:t>
            </a:r>
            <a:r>
              <a:rPr lang="en-GB" sz="1900" dirty="0"/>
              <a:t>.</a:t>
            </a:r>
          </a:p>
          <a:p>
            <a:pPr lvl="1"/>
            <a:r>
              <a:rPr lang="en-GB" sz="1900" dirty="0"/>
              <a:t>Only available to </a:t>
            </a:r>
            <a:r>
              <a:rPr lang="en-GB" sz="1900" b="1" dirty="0"/>
              <a:t>that project</a:t>
            </a:r>
            <a:r>
              <a:rPr lang="en-GB" sz="1900" dirty="0"/>
              <a:t>.</a:t>
            </a:r>
          </a:p>
          <a:p>
            <a:pPr lvl="1"/>
            <a:r>
              <a:rPr lang="en-GB" sz="1900" dirty="0"/>
              <a:t>Stored in the </a:t>
            </a:r>
            <a:r>
              <a:rPr lang="en-GB" sz="1900" dirty="0" err="1"/>
              <a:t>node_modules</a:t>
            </a:r>
            <a:r>
              <a:rPr lang="en-GB" sz="1900" dirty="0"/>
              <a:t> of the project.</a:t>
            </a:r>
          </a:p>
          <a:p>
            <a:pPr marL="0" indent="0">
              <a:buNone/>
            </a:pPr>
            <a:endParaRPr lang="en-GB" sz="1900" b="1" dirty="0"/>
          </a:p>
          <a:p>
            <a:pPr marL="0" indent="0">
              <a:buNone/>
            </a:pPr>
            <a:r>
              <a:rPr lang="en-GB" sz="1900" b="1" dirty="0"/>
              <a:t>🌐 Global Packages</a:t>
            </a:r>
          </a:p>
          <a:p>
            <a:pPr lvl="1"/>
            <a:r>
              <a:rPr lang="en-GB" sz="1900" dirty="0"/>
              <a:t>Installed </a:t>
            </a:r>
            <a:r>
              <a:rPr lang="en-GB" sz="1900" b="1" dirty="0"/>
              <a:t>system-wide</a:t>
            </a:r>
            <a:r>
              <a:rPr lang="en-GB" sz="1900" dirty="0"/>
              <a:t> and available from </a:t>
            </a:r>
            <a:r>
              <a:rPr lang="en-GB" sz="1900" b="1" dirty="0"/>
              <a:t>any project</a:t>
            </a:r>
            <a:r>
              <a:rPr lang="en-GB" sz="1900" dirty="0"/>
              <a:t> or terminal.</a:t>
            </a:r>
          </a:p>
          <a:p>
            <a:pPr lvl="1"/>
            <a:r>
              <a:rPr lang="en-GB" sz="1900" dirty="0"/>
              <a:t>Useful for </a:t>
            </a:r>
            <a:r>
              <a:rPr lang="en-GB" sz="1900" b="1" dirty="0"/>
              <a:t>CLI tools</a:t>
            </a:r>
            <a:r>
              <a:rPr lang="en-GB" sz="1900" dirty="0"/>
              <a:t> like </a:t>
            </a:r>
            <a:r>
              <a:rPr lang="en-GB" sz="1900" dirty="0" err="1"/>
              <a:t>npm</a:t>
            </a:r>
            <a:r>
              <a:rPr lang="en-GB" sz="1900" dirty="0"/>
              <a:t>, </a:t>
            </a:r>
            <a:r>
              <a:rPr lang="en-GB" sz="1900" dirty="0" err="1"/>
              <a:t>nodemon</a:t>
            </a:r>
            <a:r>
              <a:rPr lang="en-GB" sz="1900" dirty="0"/>
              <a:t>, or typescript.</a:t>
            </a:r>
          </a:p>
          <a:p>
            <a:pPr lvl="1"/>
            <a:r>
              <a:rPr lang="en-GB" sz="1900" dirty="0"/>
              <a:t>Installed with:</a:t>
            </a:r>
          </a:p>
          <a:p>
            <a:pPr marL="0" indent="0">
              <a:buNone/>
            </a:pPr>
            <a:endParaRPr lang="en-GE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1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7C2F4-8377-004B-F530-4B9BF174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Package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A68A-F41A-1B6C-6B7B-5712AA90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X.Y.Z</a:t>
            </a:r>
          </a:p>
          <a:p>
            <a:pPr marL="0" indent="0">
              <a:buNone/>
            </a:pPr>
            <a:br>
              <a:rPr lang="en-GE" sz="2000"/>
            </a:br>
            <a:r>
              <a:rPr lang="en-GE" sz="2000"/>
              <a:t>X – Major version</a:t>
            </a:r>
          </a:p>
          <a:p>
            <a:pPr marL="0" indent="0">
              <a:buNone/>
            </a:pPr>
            <a:r>
              <a:rPr lang="en-GE" sz="2000"/>
              <a:t>Y – Minor version</a:t>
            </a:r>
          </a:p>
          <a:p>
            <a:pPr marL="0" indent="0">
              <a:buNone/>
            </a:pPr>
            <a:r>
              <a:rPr lang="en-GE" sz="2000"/>
              <a:t>Z – Patch version</a:t>
            </a:r>
          </a:p>
        </p:txBody>
      </p:sp>
    </p:spTree>
    <p:extLst>
      <p:ext uri="{BB962C8B-B14F-4D97-AF65-F5344CB8AC3E}">
        <p14:creationId xmlns:p14="http://schemas.microsoft.com/office/powerpoint/2010/main" val="194865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11802-1A43-7D10-51D2-529621B5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Manage version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56D9-7D7E-4A17-3BEF-1517171D8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^1.2.3 → allows updates to </a:t>
            </a:r>
            <a:r>
              <a:rPr lang="en-GB" sz="2000" b="1"/>
              <a:t>minor and patch versions</a:t>
            </a:r>
            <a:r>
              <a:rPr lang="en-GB" sz="2000"/>
              <a:t> (1.x.x), but not major.</a:t>
            </a:r>
          </a:p>
          <a:p>
            <a:pPr marL="0" indent="0">
              <a:buNone/>
            </a:pPr>
            <a:r>
              <a:rPr lang="en-GB" sz="2000"/>
              <a:t>~1.2.3 → allows updates to </a:t>
            </a:r>
            <a:r>
              <a:rPr lang="en-GB" sz="2000" b="1"/>
              <a:t>patch versions only</a:t>
            </a:r>
            <a:r>
              <a:rPr lang="en-GB" sz="2000"/>
              <a:t> (1.2.x).</a:t>
            </a:r>
          </a:p>
          <a:p>
            <a:pPr marL="0" indent="0">
              <a:buNone/>
            </a:pPr>
            <a:r>
              <a:rPr lang="en-GB" sz="2000"/>
              <a:t>1.2.3 → locks </a:t>
            </a:r>
            <a:r>
              <a:rPr lang="en-GB" sz="2000" b="1"/>
              <a:t>exact version</a:t>
            </a:r>
            <a:r>
              <a:rPr lang="en-GB" sz="2000"/>
              <a:t>, no automatic updates.</a:t>
            </a:r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64757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19D9-8EFB-A43E-DA0A-D51FAF11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Check </a:t>
            </a:r>
            <a:r>
              <a:rPr lang="en-GB" sz="4800"/>
              <a:t>vulnerabilities</a:t>
            </a:r>
            <a:endParaRPr lang="en-GE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95E4-57E2-8229-6464-BF5B6EC80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/>
              <a:t>npm audit</a:t>
            </a:r>
            <a:r>
              <a:rPr lang="en-GB" sz="2400"/>
              <a:t> → Scans your project’s dependencies for known security vulnerabilities.</a:t>
            </a:r>
          </a:p>
          <a:p>
            <a:pPr marL="0" indent="0">
              <a:buNone/>
            </a:pPr>
            <a:r>
              <a:rPr lang="en-GB" sz="2400" b="1"/>
              <a:t>npm audit fix</a:t>
            </a:r>
            <a:r>
              <a:rPr lang="en-GB" sz="2400"/>
              <a:t> → Automatically updates dependencies to safe versions that fix security vulnerabilities.</a:t>
            </a:r>
          </a:p>
          <a:p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85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310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NPM</vt:lpstr>
      <vt:lpstr>How NPM works</vt:lpstr>
      <vt:lpstr>Node modules in your code</vt:lpstr>
      <vt:lpstr>Basic commands</vt:lpstr>
      <vt:lpstr>Package.json</vt:lpstr>
      <vt:lpstr>Package-lock.json</vt:lpstr>
      <vt:lpstr>Local vs Global packages</vt:lpstr>
      <vt:lpstr>Package versioning</vt:lpstr>
      <vt:lpstr>Manage version updates</vt:lpstr>
      <vt:lpstr>Check vulnerabilities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1</cp:revision>
  <dcterms:created xsi:type="dcterms:W3CDTF">2025-09-05T12:13:52Z</dcterms:created>
  <dcterms:modified xsi:type="dcterms:W3CDTF">2025-09-05T12:40:45Z</dcterms:modified>
</cp:coreProperties>
</file>